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5b4c903d7442d0" /><Relationship Type="http://schemas.openxmlformats.org/officeDocument/2006/relationships/extended-properties" Target="/docProps/app.xml" Id="R35eba3fd80514f7e" /><Relationship Type="http://schemas.openxmlformats.org/officeDocument/2006/relationships/officeDocument" Target="/ppt/presentation.xml" Id="R0f46afcab1e64b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2ae0bfe9e48bb"/>
  </p:sldMasterIdLst>
  <p:notesMasterIdLst>
    <p:notesMasterId xmlns:r="http://schemas.openxmlformats.org/officeDocument/2006/relationships" r:id="Rc35a8cb3977b4dec"/>
  </p:notesMasterIdLst>
  <p:sldIdLst>
    <p:sldId xmlns:r="http://schemas.openxmlformats.org/officeDocument/2006/relationships" id="256" r:id="R9b59064eca974293"/>
    <p:sldId xmlns:r="http://schemas.openxmlformats.org/officeDocument/2006/relationships" id="257" r:id="R74fbcc3901d44327"/>
    <p:sldId xmlns:r="http://schemas.openxmlformats.org/officeDocument/2006/relationships" id="258" r:id="Ra352cd8ccc234b27"/>
    <p:sldId xmlns:r="http://schemas.openxmlformats.org/officeDocument/2006/relationships" id="259" r:id="Rb30e716a48164b42"/>
    <p:sldId xmlns:r="http://schemas.openxmlformats.org/officeDocument/2006/relationships" id="260" r:id="Rb4339592cf2948c3"/>
    <p:sldId xmlns:r="http://schemas.openxmlformats.org/officeDocument/2006/relationships" id="261" r:id="Rb0913f10f63346a8"/>
    <p:sldId xmlns:r="http://schemas.openxmlformats.org/officeDocument/2006/relationships" id="262" r:id="R053109597f0245ae"/>
    <p:sldId xmlns:r="http://schemas.openxmlformats.org/officeDocument/2006/relationships" id="263" r:id="R1445afef846a44de"/>
    <p:sldId xmlns:r="http://schemas.openxmlformats.org/officeDocument/2006/relationships" id="264" r:id="R1624408f2a724002"/>
    <p:sldId xmlns:r="http://schemas.openxmlformats.org/officeDocument/2006/relationships" id="265" r:id="Rbc9ea9b622db41f5"/>
    <p:sldId xmlns:r="http://schemas.openxmlformats.org/officeDocument/2006/relationships" id="266" r:id="R8b60d09da41340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e9bf8d31da4fcd" /><Relationship Type="http://schemas.openxmlformats.org/officeDocument/2006/relationships/slideMaster" Target="/ppt/slideMasters/slideMaster1.xml" Id="R59c2ae0bfe9e48bb" /><Relationship Type="http://schemas.openxmlformats.org/officeDocument/2006/relationships/notesMaster" Target="/ppt/notesMasters/notesMaster1.xml" Id="Rc35a8cb3977b4dec" /><Relationship Type="http://schemas.openxmlformats.org/officeDocument/2006/relationships/presProps" Target="/ppt/presProps.xml" Id="R575f69d83b324e29" /><Relationship Type="http://schemas.openxmlformats.org/officeDocument/2006/relationships/tableStyles" Target="/ppt/tableStyles.xml" Id="R75a732f80d804c6d" /><Relationship Type="http://schemas.openxmlformats.org/officeDocument/2006/relationships/slide" Target="/ppt/slides/slide1.xml" Id="R9b59064eca974293" /><Relationship Type="http://schemas.openxmlformats.org/officeDocument/2006/relationships/slide" Target="/ppt/slides/slide2.xml" Id="R74fbcc3901d44327" /><Relationship Type="http://schemas.openxmlformats.org/officeDocument/2006/relationships/slide" Target="/ppt/slides/slide3.xml" Id="Ra352cd8ccc234b27" /><Relationship Type="http://schemas.openxmlformats.org/officeDocument/2006/relationships/slide" Target="/ppt/slides/slide4.xml" Id="Rb30e716a48164b42" /><Relationship Type="http://schemas.openxmlformats.org/officeDocument/2006/relationships/slide" Target="/ppt/slides/slide5.xml" Id="Rb4339592cf2948c3" /><Relationship Type="http://schemas.openxmlformats.org/officeDocument/2006/relationships/slide" Target="/ppt/slides/slide6.xml" Id="Rb0913f10f63346a8" /><Relationship Type="http://schemas.openxmlformats.org/officeDocument/2006/relationships/slide" Target="/ppt/slides/slide7.xml" Id="R053109597f0245ae" /><Relationship Type="http://schemas.openxmlformats.org/officeDocument/2006/relationships/slide" Target="/ppt/slides/slide8.xml" Id="R1445afef846a44de" /><Relationship Type="http://schemas.openxmlformats.org/officeDocument/2006/relationships/slide" Target="/ppt/slides/slide9.xml" Id="R1624408f2a724002" /><Relationship Type="http://schemas.openxmlformats.org/officeDocument/2006/relationships/slide" Target="/ppt/slides/slide10.xml" Id="Rbc9ea9b622db41f5" /><Relationship Type="http://schemas.openxmlformats.org/officeDocument/2006/relationships/slide" Target="/ppt/slides/slide11.xml" Id="R8b60d09da41340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67165ee9ab43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83746700aa4428" /><Relationship Type="http://schemas.openxmlformats.org/officeDocument/2006/relationships/notesMaster" Target="/ppt/notesMasters/notesMaster1.xml" Id="Ra5f9f4260f7949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fb4c8b1b8541eb" /><Relationship Type="http://schemas.openxmlformats.org/officeDocument/2006/relationships/notesMaster" Target="/ppt/notesMasters/notesMaster1.xml" Id="R1448090270d048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7219cb9049421a" /><Relationship Type="http://schemas.openxmlformats.org/officeDocument/2006/relationships/notesMaster" Target="/ppt/notesMasters/notesMaster1.xml" Id="R434cb9cd349f44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daf15199914138" /><Relationship Type="http://schemas.openxmlformats.org/officeDocument/2006/relationships/notesMaster" Target="/ppt/notesMasters/notesMaster1.xml" Id="R7948bef3a6c843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17a0d54beb4f58" /><Relationship Type="http://schemas.openxmlformats.org/officeDocument/2006/relationships/notesMaster" Target="/ppt/notesMasters/notesMaster1.xml" Id="R055074e925274a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5cfc511b1d48b1" /><Relationship Type="http://schemas.openxmlformats.org/officeDocument/2006/relationships/notesMaster" Target="/ppt/notesMasters/notesMaster1.xml" Id="R25113c4ee81c47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0945d38a5a425a" /><Relationship Type="http://schemas.openxmlformats.org/officeDocument/2006/relationships/notesMaster" Target="/ppt/notesMasters/notesMaster1.xml" Id="R60eab378232e4f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44d038cbd54d0d" /><Relationship Type="http://schemas.openxmlformats.org/officeDocument/2006/relationships/notesMaster" Target="/ppt/notesMasters/notesMaster1.xml" Id="R41f665d4c1df43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64cc6d9580439b" /><Relationship Type="http://schemas.openxmlformats.org/officeDocument/2006/relationships/notesMaster" Target="/ppt/notesMasters/notesMaster1.xml" Id="R89b01c2fcb4c4c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67e9b7387b4b75" /><Relationship Type="http://schemas.openxmlformats.org/officeDocument/2006/relationships/notesMaster" Target="/ppt/notesMasters/notesMaster1.xml" Id="Rc0b400e3ace648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312e16a17d473e" /><Relationship Type="http://schemas.openxmlformats.org/officeDocument/2006/relationships/notesMaster" Target="/ppt/notesMasters/notesMaster1.xml" Id="Ra9f1121699f64b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사이트는 공식 근거를 찾고 검토하고 승인해 조직의 지식으로 남기는 사내 업무 시스템입니다.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이전 검토가 다음 검토의 출발점이 되지 못하는 구조를 해결하고자 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 하나가 공식 근거와 사람의 검토를 거쳐 재사용 가능한 조직 지식이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PDF, DOCX, TXT, CSV, 이미지 문서도 함께 검토할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국가법령정보센터 Open API로 판례, 조세심판례, 세법 해석례를 통합 검색합니다.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결과는 단순 요약이 아니라 실무자가 판단하고 행동할 수 있는 구조로 제공합니다.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생성형 AI를 그대로 신뢰하지 않고 근거 제한, 인용 검증, 담당자 승인으로 오류 가능성을 낮춥니다.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 건의 검토를 질문, 쟁점, 근거, 결론, 상태로 나누어 재검색할 수 있게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지식 DB의 품질은 저장량보다 승인 기준에서 결정됩니다.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내부 자료는 참고 맥락으로 사용하며 공식 자료와 충돌하면 공식 근거를 우선합니다. 106건과 199건은 로컬 DB 확인값입니다.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가치는 답변 속도뿐 아니라 검토할수록 회사의 기준과 경험이 남는다는 점입니다.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출처: CJ프레시웨이 공식 홈페이지 https://www.cjfreshway.com/index.jsp 및 프로젝트 내부 구현 자료.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9d031ea7642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462881bc4e4257" /><Relationship Type="http://schemas.openxmlformats.org/officeDocument/2006/relationships/slideLayout" Target="/ppt/slideLayouts/slideLayout1.xml" Id="R20cd11ea69d9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d11ea69d9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3e9e29d634c18" /><Relationship Type="http://schemas.openxmlformats.org/officeDocument/2006/relationships/image" Target="/ppt/media/image.jpeg" Id="R72e46579225748c7" /><Relationship Type="http://schemas.openxmlformats.org/officeDocument/2006/relationships/notesSlide" Target="/ppt/notesSlides/notesSlide1.xml" Id="Rdfc60014f09242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cb379cd6b4b89" /><Relationship Type="http://schemas.openxmlformats.org/officeDocument/2006/relationships/notesSlide" Target="/ppt/notesSlides/notesSlide2.xml" Id="R31c7a592123a45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e8ce00d2e4e8e" /><Relationship Type="http://schemas.openxmlformats.org/officeDocument/2006/relationships/notesSlide" Target="/ppt/notesSlides/notesSlide3.xml" Id="R0a20596b65ca44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217ead8b744a9" /><Relationship Type="http://schemas.openxmlformats.org/officeDocument/2006/relationships/image" Target="/ppt/media/image2.jpeg" Id="R949ac139191844b4" /><Relationship Type="http://schemas.openxmlformats.org/officeDocument/2006/relationships/notesSlide" Target="/ppt/notesSlides/notesSlide4.xml" Id="Re82bded890cd4d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03f0282f14ad5" /><Relationship Type="http://schemas.openxmlformats.org/officeDocument/2006/relationships/image" Target="/ppt/media/image3.jpeg" Id="R02dfdb83f85e40cc" /><Relationship Type="http://schemas.openxmlformats.org/officeDocument/2006/relationships/notesSlide" Target="/ppt/notesSlides/notesSlide5.xml" Id="R41af853c461540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33a55463148b3" /><Relationship Type="http://schemas.openxmlformats.org/officeDocument/2006/relationships/image" Target="/ppt/media/image4.jpeg" Id="Rddb924d4c20f4e81" /><Relationship Type="http://schemas.openxmlformats.org/officeDocument/2006/relationships/notesSlide" Target="/ppt/notesSlides/notesSlide6.xml" Id="R0d9ebb85169940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ce64bcba74d19" /><Relationship Type="http://schemas.openxmlformats.org/officeDocument/2006/relationships/notesSlide" Target="/ppt/notesSlides/notesSlide7.xml" Id="R5a6731517f3248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098969fd54387" /><Relationship Type="http://schemas.openxmlformats.org/officeDocument/2006/relationships/image" Target="/ppt/media/image5.jpeg" Id="R838fd755374445cd" /><Relationship Type="http://schemas.openxmlformats.org/officeDocument/2006/relationships/notesSlide" Target="/ppt/notesSlides/notesSlide8.xml" Id="R87382b6247c641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89638d1014b7d" /><Relationship Type="http://schemas.openxmlformats.org/officeDocument/2006/relationships/notesSlide" Target="/ppt/notesSlides/notesSlide9.xml" Id="R320043cf5f9548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8a08adee64962" /><Relationship Type="http://schemas.openxmlformats.org/officeDocument/2006/relationships/notesSlide" Target="/ppt/notesSlides/notesSlide10.xml" Id="Ra1f788c684c449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24e3f0d9e4fd5" /><Relationship Type="http://schemas.openxmlformats.org/officeDocument/2006/relationships/notesSlide" Target="/ppt/notesSlides/notesSlide11.xml" Id="R76d5a678558246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CB34E-DDA4-4F7E-B394-DD1041A0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FC5FA-F648-4CB5-AA6C-A915F8C0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46579225748c7"/>
          <a:srcRect xmlns:a="http://schemas.openxmlformats.org/drawingml/2006/main" l="10000" t="2000" r="2000" b="5000"/>
          <a:stretch xmlns:a="http://schemas.openxmlformats.org/drawingml/2006/main"/>
        </p:blipFill>
        <p:spPr>
          <a:xfrm xmlns:a="http://schemas.openxmlformats.org/drawingml/2006/main">
            <a:off x="6572250" y="1047750"/>
            <a:ext cx="504825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6EECF-398D-43A0-907F-2A7E7CD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15D8A-3288-433D-8A8A-60BB5DA2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334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세무 리서치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&amp; AI 검토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CDEDC-1F92-426A-85E3-A3C0B99F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판례 검색부터</a:t>
            </a:r>
          </a:p>
          <a:p xmlns:a="http://schemas.openxmlformats.org/drawingml/2006/main">
            <a:pPr algn="l">
              <a:def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승인 지식 축적까지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9BFF7-73B4-4046-969C-4EB4B40D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5716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8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9347F-3AE1-4385-98F6-3CFE5B45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경영지원담당 회계팀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A646D7-6F68-4105-A1EF-0E39217C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2026. 09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DAB95-DA68-4A17-B7C3-107EE9DD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C8238-28C8-46CF-AA7F-EAD80292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 / 11</a:t>
            </a:r>
          </a:p>
        </p:txBody>
      </p:sp>
    </p:spTree>
    <p:extLst>
      <p:ext uri="{BB962C8B-B14F-4D97-AF65-F5344CB8AC3E}">
        <p14:creationId xmlns:p14="http://schemas.microsoft.com/office/powerpoint/2010/main" val="20594644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250BC-80D6-4739-AB97-13BB83C8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CD855-735B-4AC1-AF20-69F7406D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검토 업무의 반복 비용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E994D-A9CE-48F2-8917-0E80ACA0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E2BB7-D97E-4F68-8AC9-5A9C620D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찾고,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EBB97-1AA5-4FC3-A4C6-F0B2ABBC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다시 판단하고,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C6562-FF65-4FE4-9929-E022A551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다시 저장합니다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96150-F59F-43C8-AF9D-EB90BD6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E0AB7-19AA-4F95-92B0-BA99CBC6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법령·판례·예규가 여러 곳에 흩어짐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51ED0C-7A8F-429C-B924-CF3810AD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EB1A2-C901-47FC-A6C7-1EC6B689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같은 쟁점을 담당자마다 다시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11578-9886-4347-A593-C933C5F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2A8E7-7DAE-4114-B699-CEFE8B82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결과가 개인 파일과 메일에 남음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73E33-B0D7-4FDF-8CE1-4327E98E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자료 부족보다 검색·판단·보관의 단절이 문제였습니다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35115-D5AC-449C-8445-B7A5B4EA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B1A24-D08E-46FE-BEFC-F31FD64D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2 / 11</a:t>
            </a:r>
          </a:p>
        </p:txBody>
      </p:sp>
    </p:spTree>
    <p:extLst>
      <p:ext uri="{BB962C8B-B14F-4D97-AF65-F5344CB8AC3E}">
        <p14:creationId xmlns:p14="http://schemas.microsoft.com/office/powerpoint/2010/main" val="12634329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4F653C-51D5-47DD-9560-2083A446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71EB3-C28B-4E1C-B1BA-C7F1C142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한 건의 질문을 검증된 지식으로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67BEF-D93A-4F51-B84D-CA8CB481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시간을 줄이는 데서 끝내지 않고 다음 검토의 출발점으로 만듭니다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2CD4F-A1C5-4CCF-AE54-6BDD0DF1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BEFA8-B88C-4FC0-814B-E45327DA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2B494-588F-4498-A357-07290A3C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68B90-B5B2-4B53-8F70-6B9DE5C7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세무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399C0-96AC-464E-83EF-23F7D13A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업무 상황을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자연어로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F73CC-15D2-4573-B482-1AC3D24A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4913E-5476-4095-AD1D-3F0312D4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ED89D-17C9-4FE1-AD8C-BCD2C63A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10876-18EB-4E7D-BD6D-D71F4530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자료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55F8A-F7A0-4048-91EF-685285F5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해석례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248B3-B2B8-4C3C-BE47-12A3172A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6F9D2-6D71-499A-B5C3-7FEB06EF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1EE53-8D35-4D0B-B972-CB55AC9A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848EA-B93B-42E3-B7A7-9C3A310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776808-9BB0-4C08-96D1-16AE8D81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쟁점·판단·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증빙 구조화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4A6CA-C27C-4587-AC99-310EAA14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EAB78-D795-453D-9413-A1C27489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8C5195-0447-4676-8B11-A2609CC1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D13E2-00FA-47C9-82E5-FF6D358D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담당자 승인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FA2190-1F03-4703-95B0-726C6D51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결론과 근거를</a:t>
            </a:r>
          </a:p>
          <a:p xmlns:a="http://schemas.openxmlformats.org/drawingml/2006/main">
            <a:pPr algn="l">
              <a:def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사람이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870D95-AEB6-4A7B-9689-7F763692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3A1B6-659C-4DC3-B8BF-A10A4989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952625" cy="2476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F7EEE-FB7B-49A0-9152-6875367B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908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35E5C4-2B5C-48FB-953A-70BB4183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9562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지식 재사용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17CA2-59A5-4402-B7DE-60F5BDC0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14750"/>
            <a:ext cx="1504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다음 검토에서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지식 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D91DF4-4113-4105-8435-14AF754A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질문이 일회성 답변으로 끝나지 않는 폐쇄형 검토 흐름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D0438D-9FC6-4443-A179-51D1C0A3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BB436B-A85D-4986-BC90-83212BFE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3 / 11</a:t>
            </a:r>
          </a:p>
        </p:txBody>
      </p:sp>
    </p:spTree>
    <p:extLst>
      <p:ext uri="{BB962C8B-B14F-4D97-AF65-F5344CB8AC3E}">
        <p14:creationId xmlns:p14="http://schemas.microsoft.com/office/powerpoint/2010/main" val="1120223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15C14-F62C-4891-B218-8430B22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37527-A9C5-4F67-8A2C-33D8A799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자연어로 시작하는 세무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1731E-FA4E-4C07-B8FB-A74E0F5A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검색어를 설계하지 않고 실제 업무 상황을 그대로 설명합니다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FBE94-AE33-4FEF-AD8E-48FBF926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ac139191844b4"/>
          <a:srcRect xmlns:a="http://schemas.openxmlformats.org/drawingml/2006/main" l="10000" t="10000" r="2000" b="15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334250" cy="3952875"/>
          </a:xfrm>
          <a:prstGeom xmlns:a="http://schemas.openxmlformats.org/drawingml/2006/main" prst="roundRect">
            <a:avLst>
              <a:gd name="adj" fmla="val 289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D148E-CDDD-468C-93A8-692DFD51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381375" cy="39528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23255-9DA3-49FF-B6AD-C03BFAE1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추출하는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7대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E547C-7F93-4991-A9A9-7DAEFA6E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714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세목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거래 유형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금액과 상대방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과세기간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보유 증빙</a:t>
            </a:r>
          </a:p>
          <a:p xmlns:a="http://schemas.openxmlformats.org/drawingml/2006/main">
            <a:pPr algn="l">
              <a:def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검토 목적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BD875-633D-49EE-9928-113B8CB9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E523E-C823-477F-A26D-8694FC09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4 / 11</a:t>
            </a:r>
          </a:p>
        </p:txBody>
      </p:sp>
    </p:spTree>
    <p:extLst>
      <p:ext uri="{BB962C8B-B14F-4D97-AF65-F5344CB8AC3E}">
        <p14:creationId xmlns:p14="http://schemas.microsoft.com/office/powerpoint/2010/main" val="167329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779ED-73A0-40EA-B968-F8E7146F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A0960-8446-426E-A65B-3A120D44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국가법령 공식 DB 기반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62731-448F-44EE-807E-8FBDAF01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AI의 기억이 아니라 실제 검색 결과를 분석 재료로 사용합니다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1E2A9-629A-48B9-A7DA-A8564291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fdb83f85e40cc"/>
          <a:srcRect xmlns:a="http://schemas.openxmlformats.org/drawingml/2006/main" l="18000" t="12000" r="2000" b="10000"/>
          <a:stretch xmlns:a="http://schemas.openxmlformats.org/drawingml/2006/main"/>
        </p:blipFill>
        <p:spPr>
          <a:xfrm xmlns:a="http://schemas.openxmlformats.org/drawingml/2006/main">
            <a:off x="4095750" y="2000250"/>
            <a:ext cx="75247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39400-8EE9-470B-AA65-38CC42B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공식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8D2AE-2063-4D82-9DF0-3371777C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법원 판례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조세심판례</a:t>
            </a:r>
          </a:p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국세청·기재부 해석례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50866-C785-477C-9D95-777D0C9E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15114-1062-4BF2-8698-A0F8A45E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사건번호·출처·원문 링크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관련도와 근거 유형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906FB-1E1B-4B85-BDA2-D3285AE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2952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24B26-A672-45A2-8E69-AD7B7F64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공식 DB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8C9AF-D869-4E3C-A70B-C3C2DC3A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AA06E-C5C6-48E3-AE59-406565A0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5 / 11</a:t>
            </a:r>
          </a:p>
        </p:txBody>
      </p:sp>
    </p:spTree>
    <p:extLst>
      <p:ext uri="{BB962C8B-B14F-4D97-AF65-F5344CB8AC3E}">
        <p14:creationId xmlns:p14="http://schemas.microsoft.com/office/powerpoint/2010/main" val="13183142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EC6F5-8ED3-4EDE-B0A0-EA91E3AD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11AC0-14EA-4BF2-870C-865E116B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실무 판단에 필요한 구조화된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E7A36-2EAD-4490-91AB-02901CFF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긴 원문을 쟁점·판단·증빙 중심의 검토안으로 바꿉니다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4A8FD-0F6A-4E89-86D6-FE72DB8B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E5575-D1E7-411B-B107-3067726D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쟁점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4FD9B-62AA-457F-A54F-9456A260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812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2C63F-8715-40C1-A452-A857EC8C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관련 세법과 핵심 사실관계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4A978-2813-48C8-999D-022EF7F3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대조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58E39-499C-4EE4-8149-58AE9709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575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E42DE-31F0-437E-841E-91ED0E95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194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과세 논리와 납세자 방어 논리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58217-593B-4AAC-8834-81432BC1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529F5-E6B7-4211-8B32-50FFC302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5576B-960F-47CB-A2F3-28918066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957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법원·심판원의 최종 판단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95EDF-B270-4F53-BDE8-4B698DE9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07A42-3781-45C7-BD5A-A08D0F37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10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6CAB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DBB6C-C46D-4847-923E-0F0BCD75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720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회계 처리 유의사항과 필수 증빙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924d4c20f4e81"/>
          <a:srcRect xmlns:a="http://schemas.openxmlformats.org/drawingml/2006/main" l="15000" t="4000" r="1000" b="8000"/>
          <a:stretch xmlns:a="http://schemas.openxmlformats.org/drawingml/2006/main"/>
        </p:blipFill>
        <p:spPr>
          <a:xfrm xmlns:a="http://schemas.openxmlformats.org/drawingml/2006/main">
            <a:off x="6858000" y="2047875"/>
            <a:ext cx="4762500" cy="3667125"/>
          </a:xfrm>
          <a:prstGeom xmlns:a="http://schemas.openxmlformats.org/drawingml/2006/main" prst="roundRect">
            <a:avLst>
              <a:gd name="adj" fmla="val 311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98774-D5B9-4A15-98FA-7F83CBA9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요약형 · 검토의견형 · 상세검토형 보고서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2B77E-7B46-46DC-B0A4-FD4D5138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6B4EC-2860-494C-995D-C4AA28FA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6 / 11</a:t>
            </a:r>
          </a:p>
        </p:txBody>
      </p:sp>
    </p:spTree>
    <p:extLst>
      <p:ext uri="{BB962C8B-B14F-4D97-AF65-F5344CB8AC3E}">
        <p14:creationId xmlns:p14="http://schemas.microsoft.com/office/powerpoint/2010/main" val="19926060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2EFDD-4C4C-4793-AC99-8B162164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A3CD3-818A-401D-BD57-BE80538E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907A7-2E02-4723-B52F-9607FE2E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701AB-9B37-4486-93B4-A78ED429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0BFD7-F592-4DE7-80B9-1AAE32AA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238BC-03A5-454A-865C-8719FE05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답변을 통제하는 세 가지 장치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4E991-D5DE-4970-AC82-FCCD433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8F6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E736D-7E7E-4FAA-AAB9-D12CB5B6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4B82D-4E59-47CE-AF3A-5655E0E8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6BF30-F45C-4010-908F-FD8EC795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검색 풀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550A9-24C2-4CE9-9AC1-83F74C2D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 결과에 없는 사건번호는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답변 근거로 사용할 수 없습니다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26756-7FC3-4480-90DF-B2858208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FEAFC-AE25-4BB2-9B28-31E91305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42AC0-F397-46F1-BE06-B95FBE38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F05A0-A24D-46F3-9073-07505D90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인용을 실제 검색 결과와</a:t>
            </a:r>
          </a:p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다시 대조합니다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3F1F7-264E-403F-8008-BD0640AC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2A1B8-1A17-4940-887A-5807389E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42509-07E6-4FB5-A079-9B05AC00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90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사람의 승인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858A2-2771-4EB5-9B29-CF2CFA7F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7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회계팀이 결론과 근거를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확인한 뒤 지식으로 승인합니다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64925-4950-417D-A896-05D39062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공식 데이터 · 시스템 검증 · 담당자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C4341F-1F21-412E-BE75-5CCD21E8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5D99B-C73E-4F30-9CA0-7B3607B9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7 / 11</a:t>
            </a:r>
          </a:p>
        </p:txBody>
      </p:sp>
    </p:spTree>
    <p:extLst>
      <p:ext uri="{BB962C8B-B14F-4D97-AF65-F5344CB8AC3E}">
        <p14:creationId xmlns:p14="http://schemas.microsoft.com/office/powerpoint/2010/main" val="458740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73422-F258-47F4-948C-D1D52F1B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D86A4-D53F-43BE-9F22-0630ABEF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이력의 구조화 저장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93042-1953-43B3-9D71-523F606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완성 문서만 남기지 않고 검색 가능한 데이터 단위로 축적합니다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AED91-1720-4422-8984-4DB84753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fd755374445cd"/>
          <a:srcRect xmlns:a="http://schemas.openxmlformats.org/drawingml/2006/main" l="12000" t="10000" r="2000" b="12000"/>
          <a:stretch xmlns:a="http://schemas.openxmlformats.org/drawingml/2006/main"/>
        </p:blipFill>
        <p:spPr>
          <a:xfrm xmlns:a="http://schemas.openxmlformats.org/drawingml/2006/main">
            <a:off x="571500" y="2047875"/>
            <a:ext cx="7429500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543F0-7D1E-494B-B80A-EBD55205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저장되는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B19B8-4563-4FD0-B2CA-853BF5EA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62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82AD1-C7D8-4A6C-AA34-C4AD331B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67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최초 질문과 사실관계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291F9-881D-4807-A4BF-6F45B941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B7E13-BEBC-4783-9168-09A65C41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핵심 쟁점과 위험도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16855-CCC1-4A3F-9CEE-8D56BE80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0148E-3082-410A-B5E9-6A532EA1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10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인용 판례와 해석례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98C42-30D8-44A0-8A9B-D458845B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F877A-B527-4ACD-A48A-E873ED61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815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AI 결론과 필수 증빙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DE369-29E0-411C-934A-ED27B62D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704C0-9669-4DE2-9519-DC7EC5B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530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상태와 담당자 메모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89AB1-5F31-49AB-8C24-3EF40BFA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3EDFE-C440-4854-8232-61D4A12B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8 / 11</a:t>
            </a:r>
          </a:p>
        </p:txBody>
      </p:sp>
    </p:spTree>
    <p:extLst>
      <p:ext uri="{BB962C8B-B14F-4D97-AF65-F5344CB8AC3E}">
        <p14:creationId xmlns:p14="http://schemas.microsoft.com/office/powerpoint/2010/main" val="19589140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4404B3-3004-470F-908F-75BEA148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714B3-EA63-4CF2-924B-116690ED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과정을 거친 조직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3073B-3D99-422F-8069-58116F93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AI 결과 전체가 아니라 사람이 확인한 결과만 지식으로 남깁니다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6280A-E774-42B5-B8B1-03C24680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28A69-3D1A-414D-80F1-EE31FFB2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2832C-D0A9-4050-B336-55A307A6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AECBF-F2AC-4A29-87B6-C5803FD8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590A0-0827-4A73-A389-26E43B35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1EC33-2659-4929-BDCC-88C83FE2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BA339-9FBE-45E7-9AD2-EB5E1A42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0DB37-FA13-471D-A240-2A54068F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검토 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718F6-6205-4C6F-BD67-EDAD5AC8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BF7C4-1EC7-4872-9B82-7F012066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9525">
            <a:solidFill>
              <a:srgbClr val="008F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A5A12-EEDE-4524-A8A9-32E0B070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EAEC7-95B7-4726-B347-A9FBFD2B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A39509-5E27-4C25-B80B-17E22931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26D5C-9F97-4686-B776-C3F0E10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9525">
            <a:solidFill>
              <a:srgbClr val="005B4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DB137-5D72-4A16-9478-D1366449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62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57E99-D51A-4D21-B5E6-C84DF25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승인된 자료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7FD0E-26C8-43C1-9A91-46875682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17225-766C-47A3-A203-81F58949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684D"/>
                </a:solidFill>
                <a:latin typeface="Pretendard"/>
                <a:ea typeface="Pretendard"/>
                <a:cs typeface="Pretendard"/>
              </a:rPr>
              <a:t>반려 결과는 별도 보관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7508B6-EA5D-45BD-8896-135EC5E7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검토 품질을 높이는 기록으로 남기되, 다음 답변의 우선 지식으로 사용하지 않습니다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65216-9F69-4146-9DA4-3B5050C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4A67B-6F0F-4CF3-AA1B-3A0459FA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9 / 11</a:t>
            </a:r>
          </a:p>
        </p:txBody>
      </p:sp>
    </p:spTree>
    <p:extLst>
      <p:ext uri="{BB962C8B-B14F-4D97-AF65-F5344CB8AC3E}">
        <p14:creationId xmlns:p14="http://schemas.microsoft.com/office/powerpoint/2010/main" val="9998801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51A5F-F915-41AD-89D9-4040E6E0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008F6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BA902-937D-4F3E-A3FA-91D172F6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새로운 검토에 다시 사용되는 과거 지식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712C6-B0F7-4998-BA83-9D72082C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50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승인된 검토를 우선 검색하고 내부 자료와 공식 근거를 함께 참고합니다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D825E-6D66-487F-9F54-3452F9B5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7E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68341-17E9-4879-B673-1F8574E2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560F8-7CCA-45B8-A1B6-0A3C8289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새로운 세무 질문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52B02F-4410-45F4-B607-76063FBB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E9342-4D2F-4474-BEBD-FC252BAC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83C93-A984-4A16-8D6C-D9F56335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승인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80BDB-F768-4682-A111-3AFC3B33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회계팀이 확인한 과거 결론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5E3A3-D831-4381-A70C-05447E17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86030-EFFC-4239-B30C-D1F3873F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CA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35AE0-4636-4D9A-B605-ADCA7344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내부 자료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BC2C1-D956-4C5D-9DC2-3FB7315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Obsidian 선별 문서 106건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4A0D2-8776-4EFF-AE27-3AB0D771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857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6F8F8"/>
          </a:solidFill>
          <a:ln xmlns:a="http://schemas.openxmlformats.org/drawingml/2006/main" w="9525">
            <a:solidFill>
              <a:srgbClr val="DDE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E74E0-27E3-4FC5-B0AF-45CE444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9525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B4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98A84-9964-4D32-8C17-1F385B99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공식 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AE9EE-A08E-49EE-BD7A-D8FB2A5F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909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판례·심판례·세법 해석례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3E71A-617C-40E7-9554-7B45FA98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EBE07B-7666-468E-8495-96D25144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672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7922D-07B3-4CDC-AC9F-009363F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6CAB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3C19A-1468-4632-9DF4-10095E77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693A05-AAFD-4C03-BA80-8683E9EC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005B45"/>
                </a:solidFill>
                <a:latin typeface="Pretendard"/>
                <a:ea typeface="Pretendard"/>
                <a:cs typeface="Pretendard"/>
              </a:rPr>
              <a:t>AI 검토 + 담당자 승인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8E514-C2FF-4A6B-85BC-1D2FAF30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6F7775"/>
                </a:solidFill>
                <a:latin typeface="Pretendard"/>
                <a:ea typeface="Pretendard"/>
                <a:cs typeface="Pretendard"/>
              </a:rPr>
              <a:t>검색용 텍스트 청크 199건 · 2026-09-30 현재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E1E0F-CFD8-4216-9C13-35F60689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9FD082-A42C-4262-90BA-DD76EB9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288208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5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B2698-E046-45A1-88E7-C0FC0505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2377F-8714-4CA9-84C3-2FCF31C3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 검색에서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축적되는 검토 체계로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D1F69-E9C9-48D6-AAD6-F87F8386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A49A1-EDF5-421C-995D-BD610CD4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기대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FFE0F-FBC9-4E72-800D-001DF599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공식 근거 탐색과 초안 작성 시간 단축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담당자별 검토 방식의 편차 감소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과거 검토의 재사용과 인수인계 개선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ACEEB-8AB1-4E92-91BA-A87CBF82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43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1875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다음 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EB6CE-6687-482C-9B93-F966E6AE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사용 데이터를 통한 효과 측정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 기준과 담당 권한 정립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사내 인증 기반 운영 환경 검토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ED108-998D-44B5-8D09-4A98C83A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1104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08F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3D52C-0EA4-46EB-8E5B-D5782EB1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검증된 판단을 계속 축적하는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4BD55-39B0-4451-B531-A0B827C0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CJ FRESHWAY · TAX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33000-33B8-4013-BB06-0664CF29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86CAB6"/>
                </a:solidFill>
                <a:latin typeface="Pretendard"/>
                <a:ea typeface="Pretendard"/>
                <a:cs typeface="Pretendard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486645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2026-09-30T04:33:03.6490000Z</dcterms:created>
  <dcterms:modified xsi:type="dcterms:W3CDTF">2026-09-30T04:33:03.6490000Z</dcterms:modified>
</coreProperties>
</file>