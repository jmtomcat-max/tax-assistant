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4e5f2dc5ee47fd" /><Relationship Type="http://schemas.openxmlformats.org/officeDocument/2006/relationships/extended-properties" Target="/docProps/app.xml" Id="R06fd707bb7d14c0c" /><Relationship Type="http://schemas.openxmlformats.org/officeDocument/2006/relationships/officeDocument" Target="/ppt/presentation.xml" Id="Rb336a06b2b614b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1496b209eb461d"/>
  </p:sldMasterIdLst>
  <p:notesMasterIdLst>
    <p:notesMasterId xmlns:r="http://schemas.openxmlformats.org/officeDocument/2006/relationships" r:id="R5c3f0ccd59bc484b"/>
  </p:notesMasterIdLst>
  <p:sldIdLst>
    <p:sldId xmlns:r="http://schemas.openxmlformats.org/officeDocument/2006/relationships" id="256" r:id="R5cb84478921841cb"/>
    <p:sldId xmlns:r="http://schemas.openxmlformats.org/officeDocument/2006/relationships" id="257" r:id="R8091d3e9a4894531"/>
    <p:sldId xmlns:r="http://schemas.openxmlformats.org/officeDocument/2006/relationships" id="258" r:id="Rf2497bfa326b4a1b"/>
    <p:sldId xmlns:r="http://schemas.openxmlformats.org/officeDocument/2006/relationships" id="259" r:id="R6c0487e9fc834d6f"/>
    <p:sldId xmlns:r="http://schemas.openxmlformats.org/officeDocument/2006/relationships" id="260" r:id="Rd73545111dbb46f0"/>
    <p:sldId xmlns:r="http://schemas.openxmlformats.org/officeDocument/2006/relationships" id="261" r:id="R1e5a84daa0aa4d8e"/>
    <p:sldId xmlns:r="http://schemas.openxmlformats.org/officeDocument/2006/relationships" id="262" r:id="R10df7d510e7b4827"/>
    <p:sldId xmlns:r="http://schemas.openxmlformats.org/officeDocument/2006/relationships" id="263" r:id="R2ed6da4de6134330"/>
    <p:sldId xmlns:r="http://schemas.openxmlformats.org/officeDocument/2006/relationships" id="264" r:id="R7d6d94fdc6ee42eb"/>
    <p:sldId xmlns:r="http://schemas.openxmlformats.org/officeDocument/2006/relationships" id="265" r:id="Rc9ef751985ea4422"/>
    <p:sldId xmlns:r="http://schemas.openxmlformats.org/officeDocument/2006/relationships" id="266" r:id="R5c853e8eee2b4d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c45c7d02894fa6" /><Relationship Type="http://schemas.openxmlformats.org/officeDocument/2006/relationships/slideMaster" Target="/ppt/slideMasters/slideMaster1.xml" Id="R581496b209eb461d" /><Relationship Type="http://schemas.openxmlformats.org/officeDocument/2006/relationships/notesMaster" Target="/ppt/notesMasters/notesMaster1.xml" Id="R5c3f0ccd59bc484b" /><Relationship Type="http://schemas.openxmlformats.org/officeDocument/2006/relationships/presProps" Target="/ppt/presProps.xml" Id="R632fc0d2e24c48c1" /><Relationship Type="http://schemas.openxmlformats.org/officeDocument/2006/relationships/tableStyles" Target="/ppt/tableStyles.xml" Id="Rc5a6f4e1daf8485c" /><Relationship Type="http://schemas.openxmlformats.org/officeDocument/2006/relationships/slide" Target="/ppt/slides/slide1.xml" Id="R5cb84478921841cb" /><Relationship Type="http://schemas.openxmlformats.org/officeDocument/2006/relationships/slide" Target="/ppt/slides/slide2.xml" Id="R8091d3e9a4894531" /><Relationship Type="http://schemas.openxmlformats.org/officeDocument/2006/relationships/slide" Target="/ppt/slides/slide3.xml" Id="Rf2497bfa326b4a1b" /><Relationship Type="http://schemas.openxmlformats.org/officeDocument/2006/relationships/slide" Target="/ppt/slides/slide4.xml" Id="R6c0487e9fc834d6f" /><Relationship Type="http://schemas.openxmlformats.org/officeDocument/2006/relationships/slide" Target="/ppt/slides/slide5.xml" Id="Rd73545111dbb46f0" /><Relationship Type="http://schemas.openxmlformats.org/officeDocument/2006/relationships/slide" Target="/ppt/slides/slide6.xml" Id="R1e5a84daa0aa4d8e" /><Relationship Type="http://schemas.openxmlformats.org/officeDocument/2006/relationships/slide" Target="/ppt/slides/slide7.xml" Id="R10df7d510e7b4827" /><Relationship Type="http://schemas.openxmlformats.org/officeDocument/2006/relationships/slide" Target="/ppt/slides/slide8.xml" Id="R2ed6da4de6134330" /><Relationship Type="http://schemas.openxmlformats.org/officeDocument/2006/relationships/slide" Target="/ppt/slides/slide9.xml" Id="R7d6d94fdc6ee42eb" /><Relationship Type="http://schemas.openxmlformats.org/officeDocument/2006/relationships/slide" Target="/ppt/slides/slide10.xml" Id="Rc9ef751985ea4422" /><Relationship Type="http://schemas.openxmlformats.org/officeDocument/2006/relationships/slide" Target="/ppt/slides/slide11.xml" Id="R5c853e8eee2b4d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560ba13fd948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655e6921d347e0" /><Relationship Type="http://schemas.openxmlformats.org/officeDocument/2006/relationships/notesMaster" Target="/ppt/notesMasters/notesMaster1.xml" Id="R3e36ae42675344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4670382bd4cbb" /><Relationship Type="http://schemas.openxmlformats.org/officeDocument/2006/relationships/notesMaster" Target="/ppt/notesMasters/notesMaster1.xml" Id="Rdcae44eba15d48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d61fd29aa44060" /><Relationship Type="http://schemas.openxmlformats.org/officeDocument/2006/relationships/notesMaster" Target="/ppt/notesMasters/notesMaster1.xml" Id="R6af36a6247d1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d49bf033184b63" /><Relationship Type="http://schemas.openxmlformats.org/officeDocument/2006/relationships/notesMaster" Target="/ppt/notesMasters/notesMaster1.xml" Id="R73eb7295e3d84c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eef696895b47d3" /><Relationship Type="http://schemas.openxmlformats.org/officeDocument/2006/relationships/notesMaster" Target="/ppt/notesMasters/notesMaster1.xml" Id="R9ca2cfaaa13a46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746c60f0604bb6" /><Relationship Type="http://schemas.openxmlformats.org/officeDocument/2006/relationships/notesMaster" Target="/ppt/notesMasters/notesMaster1.xml" Id="R4ef1c9ac4f8641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2581dccfca4879" /><Relationship Type="http://schemas.openxmlformats.org/officeDocument/2006/relationships/notesMaster" Target="/ppt/notesMasters/notesMaster1.xml" Id="R059e7035299542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06e1dab5f74db0" /><Relationship Type="http://schemas.openxmlformats.org/officeDocument/2006/relationships/notesMaster" Target="/ppt/notesMasters/notesMaster1.xml" Id="R47028d9a050a44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9f9c9d9b9c4fc0" /><Relationship Type="http://schemas.openxmlformats.org/officeDocument/2006/relationships/notesMaster" Target="/ppt/notesMasters/notesMaster1.xml" Id="Rbb6d7612e9be4a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fa690629264807" /><Relationship Type="http://schemas.openxmlformats.org/officeDocument/2006/relationships/notesMaster" Target="/ppt/notesMasters/notesMaster1.xml" Id="R3372b433edfd44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4cd9a09ae4464c" /><Relationship Type="http://schemas.openxmlformats.org/officeDocument/2006/relationships/notesMaster" Target="/ppt/notesMasters/notesMaster1.xml" Id="Rc415f709a9ba45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사이트는 공식 근거를 찾고 검토하고 승인해 조직의 지식으로 남기는 사내 업무 시스템입니다.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이전 검토가 다음 검토의 출발점이 되지 못하는 구조를 해결하고자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 하나가 공식 근거와 사람의 검토를 거쳐 재사용 가능한 조직 지식이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PDF, DOCX, TXT, CSV, 이미지 문서도 함께 검토할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국가법령정보센터 Open API로 판례, 조세심판례, 세법 해석례를 통합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결과는 단순 요약이 아니라 실무자가 판단하고 행동할 수 있는 구조로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생성형 AI를 그대로 신뢰하지 않고 근거 제한, 인용 검증, 담당자 승인으로 오류 가능성을 낮춥니다.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건의 검토를 질문, 쟁점, 근거, 결론, 상태로 나누어 재검색할 수 있게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지식 DB의 품질은 저장량보다 승인 기준에서 결정됩니다.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내부 자료는 참고 맥락으로 사용하며 공식 자료와 충돌하면 공식 근거를 우선합니다. 106건과 199건은 로컬 DB 확인값입니다.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가치는 답변 속도뿐 아니라 검토할수록 회사의 기준과 경험이 남는다는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6dae71bd54c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c3b67e32d948bf" /><Relationship Type="http://schemas.openxmlformats.org/officeDocument/2006/relationships/slideLayout" Target="/ppt/slideLayouts/slideLayout1.xml" Id="R95fbbfb7213c43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fbbfb7213c43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62762cf7c44a7" /><Relationship Type="http://schemas.openxmlformats.org/officeDocument/2006/relationships/image" Target="/ppt/media/image.jpeg" Id="R568700fa57f34093" /><Relationship Type="http://schemas.openxmlformats.org/officeDocument/2006/relationships/notesSlide" Target="/ppt/notesSlides/notesSlide1.xml" Id="R80cb2c2771c649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832ac4b11489d" /><Relationship Type="http://schemas.openxmlformats.org/officeDocument/2006/relationships/notesSlide" Target="/ppt/notesSlides/notesSlide2.xml" Id="R555b3272581446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cb727634b4167" /><Relationship Type="http://schemas.openxmlformats.org/officeDocument/2006/relationships/notesSlide" Target="/ppt/notesSlides/notesSlide3.xml" Id="Rd89c174f1a374f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25a7b92124ca2" /><Relationship Type="http://schemas.openxmlformats.org/officeDocument/2006/relationships/image" Target="/ppt/media/image2.jpeg" Id="R4c04e499c94b487a" /><Relationship Type="http://schemas.openxmlformats.org/officeDocument/2006/relationships/notesSlide" Target="/ppt/notesSlides/notesSlide4.xml" Id="R59031e9f483540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ecaee2398447c" /><Relationship Type="http://schemas.openxmlformats.org/officeDocument/2006/relationships/image" Target="/ppt/media/image3.jpeg" Id="Rb80841af9d494497" /><Relationship Type="http://schemas.openxmlformats.org/officeDocument/2006/relationships/notesSlide" Target="/ppt/notesSlides/notesSlide5.xml" Id="R898ce4a013bf46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b221d62f04686" /><Relationship Type="http://schemas.openxmlformats.org/officeDocument/2006/relationships/image" Target="/ppt/media/image4.jpeg" Id="R6704279e96db401c" /><Relationship Type="http://schemas.openxmlformats.org/officeDocument/2006/relationships/notesSlide" Target="/ppt/notesSlides/notesSlide6.xml" Id="R43e12a2543a84d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068dd5be8484c" /><Relationship Type="http://schemas.openxmlformats.org/officeDocument/2006/relationships/notesSlide" Target="/ppt/notesSlides/notesSlide7.xml" Id="R273f636a3eee47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224d9dc3946b4" /><Relationship Type="http://schemas.openxmlformats.org/officeDocument/2006/relationships/image" Target="/ppt/media/image5.jpeg" Id="Rb59d985c6aba4c91" /><Relationship Type="http://schemas.openxmlformats.org/officeDocument/2006/relationships/notesSlide" Target="/ppt/notesSlides/notesSlide8.xml" Id="Rf99f2f98914b44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bbdd913f14e48" /><Relationship Type="http://schemas.openxmlformats.org/officeDocument/2006/relationships/notesSlide" Target="/ppt/notesSlides/notesSlide9.xml" Id="Rc2d1b1fc5d8e4a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0089445d64d23" /><Relationship Type="http://schemas.openxmlformats.org/officeDocument/2006/relationships/notesSlide" Target="/ppt/notesSlides/notesSlide10.xml" Id="R9f6db414a43244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14e78a1f14be2" /><Relationship Type="http://schemas.openxmlformats.org/officeDocument/2006/relationships/notesSlide" Target="/ppt/notesSlides/notesSlide11.xml" Id="R0d12f716f1af4e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35384-F732-40E0-8542-68C9268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79803-238B-4985-BD56-DD9D2A10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700fa57f34093"/>
          <a:srcRect xmlns:a="http://schemas.openxmlformats.org/drawingml/2006/main" l="6000" t="2000" r="3000" b="12000"/>
          <a:stretch xmlns:a="http://schemas.openxmlformats.org/drawingml/2006/main"/>
        </p:blipFill>
        <p:spPr>
          <a:xfrm xmlns:a="http://schemas.openxmlformats.org/drawingml/2006/main">
            <a:off x="6572250" y="1047750"/>
            <a:ext cx="50482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FC60A-CDEC-41A2-B356-A92744B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DB2B9-C3F0-462A-90D8-601E0C37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334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세무 리서치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&amp; AI 검토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9309B-F72B-4530-9F83-0737AA6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판례 검색부터</a:t>
            </a:r>
          </a:p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승인 지식 축적까지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DCC4B-99D6-4B4B-8DAF-17ADE340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571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FF3B3-5B89-49F4-A57F-A5E72FD2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경영지원담당 회계팀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04564-628A-4D81-96A8-6FFA9EFE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2026. 09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6EDA8-F789-4435-8584-CE92DF8A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0686A-ADEC-4AEF-AB96-4FE8537B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 / 11</a:t>
            </a:r>
          </a:p>
        </p:txBody>
      </p:sp>
    </p:spTree>
    <p:extLst>
      <p:ext uri="{BB962C8B-B14F-4D97-AF65-F5344CB8AC3E}">
        <p14:creationId xmlns:p14="http://schemas.microsoft.com/office/powerpoint/2010/main" val="368499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3FA2A-2199-4653-ACB6-5C0279B1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F0257-8A8F-42FF-AD02-F809A1D8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검토 업무의 반복 비용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303BE-D53A-42FF-96DE-07908D55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7444C-7A12-4D26-A8E9-CF7D951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찾고,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93A50-0556-4F55-AC68-D8B03C32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다시 판단하고,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46F16-76F0-4A0B-976B-F3C4FE02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저장합니다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C3A1A-E09F-44DE-BDAE-8C0D0312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32D49-E2B2-4917-8B07-F6D7B985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법령·판례·예규가 여러 곳에 흩어짐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63079-F015-4312-956F-CC8913DD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E7592-28F7-4275-955A-AB96C4B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같은 쟁점을 담당자마다 다시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58A4A-21D2-4A2F-A5D0-CEC30F4A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44F76-4009-4023-93F5-1DA74865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결과가 개인 파일과 메일에 남음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FB1A6-29FB-400F-B1EC-3FC70232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자료 부족보다 검색·판단·보관의 단절이 문제였습니다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E3B9F-1EA6-4C9A-B9D5-09FABC05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47CB6-0D97-4A0F-9CDE-408605E7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235571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7CAC5-BD0C-4FE0-A4B8-3329BC5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E9A03-DD9E-427B-8CB0-37D2FA4A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한 건의 질문을 검증된 지식으로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63A7C-0BF9-42C3-ACD2-50776CEF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시간을 줄이는 데서 끝내지 않고 다음 검토의 출발점으로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5631F-F5BE-4FC6-9908-47EA04DB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2D22D-9C3C-4D24-BB6C-83DFB4E9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7AC7D-141B-4FD4-8CA5-DEDA5652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1B70A-7E64-4BF6-B4A7-BAD6C6E3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C0C06-E335-4467-8742-5BDA959A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업무 상황을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자연어로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5B4A5-88CE-49F9-A19C-CC032B8A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E433A-2B9A-448E-935E-27900F3D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AFD57-6AC2-434D-A29B-36560065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B7FE4-3656-4B36-8912-D52AA570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자료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F6232-4D27-4AE8-A018-5C2A003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해석례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2AFDB-A47A-46FA-955E-8CC414C0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FE294-1C60-4305-BF68-4C8EB2B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079DE-098C-41EF-BE66-C726D2C9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4F6F5-FE27-4E1E-A4D1-444E3083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88E00-375C-4BC9-985D-1960E920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쟁점·판단·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증빙 구조화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9D043-DC1F-405C-9E0A-55EF0762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EF862-0DEA-4F02-978C-4B4B0C29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27B67-0BDF-4A44-AECE-B45679A8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A19D01-78A9-459D-9490-F0A4B03A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담당자 승인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BB66D2-D7AD-48C9-9316-840E4414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결론과 근거를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사람이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CD97E-CEF4-497E-8178-67527A2E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9B54B-B613-42EC-9F7A-3369D36A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F02DC-C39B-4851-B589-FFEAC357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C1F157-AD7D-4569-9570-739769D9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 재사용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ADD2B-562D-473A-99BB-13885111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검토에서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지식 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E5152-95E6-42F8-BBDC-E8B2272F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질문이 일회성 답변으로 끝나지 않는 폐쇄형 검토 흐름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A5907-9F03-42E5-91F6-7BBA36C8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CAB267-C274-4F55-A4E2-46ACDBEF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2145338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31FA1-DE65-4A99-836D-C11A6BAF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FCC12-A021-42F7-B960-20DEBFA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자연어로 시작하는 세무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2E408-C597-4031-97D5-5FED8B50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검색어를 설계하지 않고 실제 업무 상황을 그대로 설명합니다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93283-A099-4256-8578-97869408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4e499c94b487a"/>
          <a:srcRect xmlns:a="http://schemas.openxmlformats.org/drawingml/2006/main" l="0" t="4000" r="0" b="10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334250" cy="3952875"/>
          </a:xfrm>
          <a:prstGeom xmlns:a="http://schemas.openxmlformats.org/drawingml/2006/main" prst="roundRect">
            <a:avLst>
              <a:gd name="adj" fmla="val 28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9D383-3215-4F51-B127-087F4920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381375" cy="39528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58655-0E43-429D-AC6A-E4DC3B95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추출하는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7대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9CCEE-A3C5-4490-9658-E6C39E51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714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세목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거래 유형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금액과 상대방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과세기간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보유 증빙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검토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772A3-2452-4DEE-804A-82542539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F46A6-CF47-4D49-AC33-C911C035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870765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155A7-D0C6-4E8D-854F-D379B81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337BE-2F4B-43A6-B870-D255B709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국가법령 공식 DB 기반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161C6-49A0-43E3-8C03-F27F5155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AI의 기억이 아니라 실제 검색 결과를 분석 재료로 사용합니다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30842-2830-4F63-9557-2671F466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841af9d494497"/>
          <a:srcRect xmlns:a="http://schemas.openxmlformats.org/drawingml/2006/main" l="2000" t="13000" r="2000" b="8000"/>
          <a:stretch xmlns:a="http://schemas.openxmlformats.org/drawingml/2006/main"/>
        </p:blipFill>
        <p:spPr>
          <a:xfrm xmlns:a="http://schemas.openxmlformats.org/drawingml/2006/main">
            <a:off x="4095750" y="2000250"/>
            <a:ext cx="75247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E572C-0220-42DB-8DBA-2AAE649F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공식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10E37-538D-4FBD-9E21-75F1AD2A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법원 판례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조세심판례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국세청·기재부 해석례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638D3-9DBC-4DB0-98F5-8233D9E7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69CA1-84AF-4249-9056-E51CC55D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사건번호·출처·원문 링크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관련도와 근거 유형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4E388-B080-4D95-AD18-77429762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D0E2F-8D87-4B8B-8EE3-5AA1E39F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공식 DB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E5A42-C6DE-4C58-8CA9-1AE5AFAF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1EC8E-14EB-4D6A-B637-18E0473B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957325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D1EAC-1174-4952-B8B0-9D4000DB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A5232-95DD-4075-B7F7-F63B6D18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실무 판단에 필요한 구조화된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D4FC4-5CD1-44BE-8371-6FF1E19D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긴 원문을 쟁점·판단·증빙 중심의 검토안으로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943B7-B299-448D-8AE6-56B8BB1D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34330-F3D8-48A7-B344-71E06D99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쟁점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5B850-1EA6-43A5-8272-4D12561C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812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69B10-1376-4F79-B920-0C413731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관련 세법과 핵심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55837-90BC-4D48-B7D4-F616D2B7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대조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27A9C-0EF4-4AE2-BBCF-BCCF927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575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E5EE1-77D1-411C-A534-5FE2112B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194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과세 논리와 납세자 방어 논리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3FADF-F368-409D-A8CC-988627BE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BF3A5-4002-49B0-BA90-0A809DB9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C66FE-B744-415D-AF41-5E44EE96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957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법원·심판원의 최종 판단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05FB8-A336-4707-8C8F-B01545FD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956C8-2D5A-40A2-9B81-3E8A351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10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995A4-FB92-4C0F-8381-86448B52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720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회계 처리 유의사항과 필수 증빙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4279e96db401c"/>
          <a:srcRect xmlns:a="http://schemas.openxmlformats.org/drawingml/2006/main" l="2000" t="2000" r="2000" b="8000"/>
          <a:stretch xmlns:a="http://schemas.openxmlformats.org/drawingml/2006/main"/>
        </p:blipFill>
        <p:spPr>
          <a:xfrm xmlns:a="http://schemas.openxmlformats.org/drawingml/2006/main">
            <a:off x="6858000" y="2047875"/>
            <a:ext cx="4762500" cy="3667125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22A7D-7E2A-4269-B826-627611FD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요약형 · 검토의견형 · 상세검토형 보고서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A74BD-0712-46D5-93CC-A4DCB9D5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85D06A-0D2C-4324-9407-2421125C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1863319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D48DA-3706-4862-B471-6294FE0E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3C645-7512-4519-929A-5AC7C9FB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1106D-26A0-45D4-811A-561CDE86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794E7-AA98-4E7D-B818-191D4FA7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8A2C7-ABED-4950-A3B0-2621C65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08DDA-7668-4231-AF1A-4ED819A0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25A7F-E70A-40AF-8C0D-D6C3B85C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6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B8669-DB36-4F0F-B87D-2211884A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8B978-9C66-4C69-9F6E-F0B47AC5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E8506-A1A7-421F-B5A1-F650B43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검색 풀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D9E0D-ACDD-437F-A017-C6C479A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결과에 없는 사건번호는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답변 근거로 사용할 수 없습니다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BC448-7EBC-4AE7-B279-B50C09B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451C6-B2BF-4EDE-B543-A3857909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73BB3-509B-4733-9989-1D8B21B1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CC123-36B5-4BDF-842C-090E5A1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인용을 실제 검색 결과와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다시 대조합니다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A5D69-2288-4C25-90AD-84DC7673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129F2-51A5-4B0D-80E3-51496A24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F4DDE-DDFE-445B-8EB5-4E8EA0C7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사람의 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E59AE-ED19-46DA-8FA2-1807DD12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회계팀이 결론과 근거를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확인한 뒤 지식으로 승인합니다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D987E-54CA-4955-A126-7497CDDC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데이터 · 시스템 검증 · 담당자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F8900-78B1-4D32-8001-6E7772A7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32F04-AD61-408A-B5D8-B52B4193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1211366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218C0-064D-4148-B3BE-22311976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E0479-89D6-4D71-813D-DC0E9C38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이력의 구조화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9D0DA-7413-4FE1-881F-1229B341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완성 문서만 남기지 않고 검색 가능한 데이터 단위로 축적합니다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79E77-6C91-4F98-A37C-649C6CE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d985c6aba4c91"/>
          <a:srcRect xmlns:a="http://schemas.openxmlformats.org/drawingml/2006/main" l="2000" t="2000" r="2000" b="10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4295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09C50-AC64-4F96-A300-39AFABE7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저장되는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D46D4-2428-4E6B-8441-3533BE41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1EE41-BE74-40DB-9C9E-C9EA0C11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최초 질문과 사실관계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C1033-09E5-4565-B879-776A5DAD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8B351-FCCE-42A8-8B96-B0A7B702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핵심 쟁점과 위험도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03E6E-618B-4180-A324-AB0D0FBE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4D425-5767-4775-9DBC-35BA7716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10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판례와 해석례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1CCA2-4486-4F9A-B8FB-51F79197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67508-6571-43FC-874A-849EBC8C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81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결론과 필수 증빙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4C646-683C-4DDB-97FA-8FA5F81A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B0F24-FD93-4EC2-A41C-1CBC21B0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53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상태와 담당자 메모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6A8EC-A0F6-42BC-AB20-1DDB8F2E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01810-0C37-4953-9657-DB45262A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1081414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FDAAE-F580-4345-B3DC-2A94416A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48F06-D63E-4F67-B89B-3D83D433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과정을 거친 조직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D38D6-3777-4B4E-A68B-9FA55BA5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결과 전체가 아니라 사람이 확인한 결과만 지식으로 남깁니다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A4411-B4E0-4FED-A253-A523DAC8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9FB05-6687-49F1-8C5C-434D33C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83483-BABF-43D9-93CE-169ECC40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F517B-F8C2-4C23-9886-C56ABEF8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1AB82-25E7-450A-B755-CC4E348B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79B0B-C3DC-401A-A828-ABB88F8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27A3B-9ACF-4A21-8850-92970973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8BBCE-F199-4BD0-8576-7E5DBA95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BDB72-9CEA-4999-9ED5-9E2D2E18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E412F-54C3-4F79-96DD-9D332AB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9525">
            <a:solidFill>
              <a:srgbClr val="008F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2A31F-9FDE-4C5D-8AAD-2EA453D2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ADF27-D54D-4812-BB2E-CCC41487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D5863-0060-4DC0-8138-4256A51D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C178C-6D8B-4FB0-8E85-A71F585F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468C8-A384-48CA-BF47-5F7D26EF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75E55-6730-4C44-B1ED-98ECAF85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승인된 자료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9618C-7FD6-4C42-AAEC-B497A77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ED739-D5C5-4E07-8C87-FF6AEE8C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rPr>
              <a:t>반려 결과는 별도 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69CCF-702B-4861-A274-AA6AB84C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검토 품질을 높이는 기록으로 남기되, 다음 답변의 우선 지식으로 사용하지 않습니다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2BEE8-1F9A-4FF0-A0F1-F7FAE0E5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32BCB-B3AD-4A2A-B879-257C3280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5111119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A3C546-AA79-42EC-A707-419111E9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64B17-C06D-4C53-AACB-8D399E1D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새로운 검토에 다시 사용되는 과거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E8C36-0C5D-4EDB-8FC0-8CD87186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승인된 검토를 우선 검색하고 내부 자료와 공식 근거를 함께 참고합니다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5DF1B-AC30-4958-8FCA-9392907A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52C6E-BE20-4FB8-B4ED-42BD458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77E0C-5245-4BD1-9579-17C69CEB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새로운 세무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256ED-E28D-4BF3-9D08-92465DB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28000-DED8-4CE3-8900-960670E5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FBFA3-B67B-40C0-A6F6-20056E5F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31955-1FA4-4FDC-9275-A6482BAA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회계팀이 확인한 과거 결론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AE1EB-948F-4413-89A7-6A1C1608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7955C-F01D-4C03-BA3C-A478244F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47192-A674-4256-B9E8-244B3C10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내부 자료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D3994-2195-4EC3-ABAF-DABA6A47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Obsidian 선별 문서 106건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A8295-4EA2-4DB1-924E-C64D082D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E899C-76F0-4DAE-804B-C0758B99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8356C-54E1-479A-A148-20F1E36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A169B-17EE-4408-958E-6758FEE3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90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판례·심판례·세법 해석례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20562-59CF-4F3B-AA44-95268FF5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35E20-B397-4BBF-804B-25736C98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DD1D3-F238-4F7B-B644-49A13C01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B7A3A-246A-443C-805A-110AEE0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0484C-2ADB-4AB6-ADED-5269C1E5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AI 검토 + 담당자 승인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664D3-7274-4701-A567-2162BBEB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검색용 텍스트 청크 199건 · 2026-09-30 현재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CE028-4568-4B71-8FE3-55AAEABE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E83E0-7587-4C59-B9AD-F45F721E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600723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8C903-43B2-437C-ADE8-A0BBF798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908A1-3D78-47EE-A530-7AB202DA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검색에서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축적되는 검토 체계로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2900E-28E2-4745-B46E-A541601E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E5052-050D-47EA-85DF-204FEC48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기대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3D8A6-7AAB-44B2-B07E-D32BCB1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공식 근거 탐색과 초안 작성 시간 단축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담당자별 검토 방식의 편차 감소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과거 검토의 재사용과 인수인계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99E4D-20F5-4097-B796-E70EF5D2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다음 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E038C-D81C-4160-ABA0-5CE2D675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 데이터를 통한 효과 측정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기준과 담당 권한 정립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사내 인증 기반 운영 환경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140FB-0A37-4656-AB15-E64ED370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2BF9F-3411-4FAC-9F63-1AB86093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검증된 판단을 계속 축적하는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0A266-B30D-443B-ACEA-101BD20E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F3666-FC3B-4343-9291-FB169EA4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806236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2026-09-30T07:01:21.7900000Z</dcterms:created>
  <dcterms:modified xsi:type="dcterms:W3CDTF">2026-09-30T07:01:21.7910000Z</dcterms:modified>
</coreProperties>
</file>