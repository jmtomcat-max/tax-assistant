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41381cc1e45b0" /><Relationship Type="http://schemas.openxmlformats.org/officeDocument/2006/relationships/extended-properties" Target="/docProps/app.xml" Id="R03742e05e875499d" /><Relationship Type="http://schemas.openxmlformats.org/officeDocument/2006/relationships/officeDocument" Target="/ppt/presentation.xml" Id="Rc568d10a0d8245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fca717c29a4aff"/>
  </p:sldMasterIdLst>
  <p:notesMasterIdLst>
    <p:notesMasterId xmlns:r="http://schemas.openxmlformats.org/officeDocument/2006/relationships" r:id="R231b977fd3bb4af8"/>
  </p:notesMasterIdLst>
  <p:sldIdLst>
    <p:sldId xmlns:r="http://schemas.openxmlformats.org/officeDocument/2006/relationships" id="256" r:id="R8cdbefbb2621402f"/>
    <p:sldId xmlns:r="http://schemas.openxmlformats.org/officeDocument/2006/relationships" id="257" r:id="Rd70b298ad30e4f28"/>
    <p:sldId xmlns:r="http://schemas.openxmlformats.org/officeDocument/2006/relationships" id="258" r:id="R6b66b74c366946d2"/>
    <p:sldId xmlns:r="http://schemas.openxmlformats.org/officeDocument/2006/relationships" id="259" r:id="Rc261973efc1d420b"/>
    <p:sldId xmlns:r="http://schemas.openxmlformats.org/officeDocument/2006/relationships" id="260" r:id="R3ad1608051e24590"/>
    <p:sldId xmlns:r="http://schemas.openxmlformats.org/officeDocument/2006/relationships" id="261" r:id="Rdf1836c61ca44bdc"/>
    <p:sldId xmlns:r="http://schemas.openxmlformats.org/officeDocument/2006/relationships" id="262" r:id="R50ea381b669a4e6c"/>
    <p:sldId xmlns:r="http://schemas.openxmlformats.org/officeDocument/2006/relationships" id="263" r:id="Rd458d17930654a06"/>
    <p:sldId xmlns:r="http://schemas.openxmlformats.org/officeDocument/2006/relationships" id="264" r:id="R140619ea22184b36"/>
    <p:sldId xmlns:r="http://schemas.openxmlformats.org/officeDocument/2006/relationships" id="265" r:id="Re43110c4c5dc41ab"/>
    <p:sldId xmlns:r="http://schemas.openxmlformats.org/officeDocument/2006/relationships" id="266" r:id="R20cd78b89de148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e0b33cdd44f65" /><Relationship Type="http://schemas.openxmlformats.org/officeDocument/2006/relationships/slideMaster" Target="/ppt/slideMasters/slideMaster1.xml" Id="R72fca717c29a4aff" /><Relationship Type="http://schemas.openxmlformats.org/officeDocument/2006/relationships/notesMaster" Target="/ppt/notesMasters/notesMaster1.xml" Id="R231b977fd3bb4af8" /><Relationship Type="http://schemas.openxmlformats.org/officeDocument/2006/relationships/presProps" Target="/ppt/presProps.xml" Id="Rb695f821b31843a6" /><Relationship Type="http://schemas.openxmlformats.org/officeDocument/2006/relationships/tableStyles" Target="/ppt/tableStyles.xml" Id="R00fb32d7057f422c" /><Relationship Type="http://schemas.openxmlformats.org/officeDocument/2006/relationships/slide" Target="/ppt/slides/slide1.xml" Id="R8cdbefbb2621402f" /><Relationship Type="http://schemas.openxmlformats.org/officeDocument/2006/relationships/slide" Target="/ppt/slides/slide2.xml" Id="Rd70b298ad30e4f28" /><Relationship Type="http://schemas.openxmlformats.org/officeDocument/2006/relationships/slide" Target="/ppt/slides/slide3.xml" Id="R6b66b74c366946d2" /><Relationship Type="http://schemas.openxmlformats.org/officeDocument/2006/relationships/slide" Target="/ppt/slides/slide4.xml" Id="Rc261973efc1d420b" /><Relationship Type="http://schemas.openxmlformats.org/officeDocument/2006/relationships/slide" Target="/ppt/slides/slide5.xml" Id="R3ad1608051e24590" /><Relationship Type="http://schemas.openxmlformats.org/officeDocument/2006/relationships/slide" Target="/ppt/slides/slide6.xml" Id="Rdf1836c61ca44bdc" /><Relationship Type="http://schemas.openxmlformats.org/officeDocument/2006/relationships/slide" Target="/ppt/slides/slide7.xml" Id="R50ea381b669a4e6c" /><Relationship Type="http://schemas.openxmlformats.org/officeDocument/2006/relationships/slide" Target="/ppt/slides/slide8.xml" Id="Rd458d17930654a06" /><Relationship Type="http://schemas.openxmlformats.org/officeDocument/2006/relationships/slide" Target="/ppt/slides/slide9.xml" Id="R140619ea22184b36" /><Relationship Type="http://schemas.openxmlformats.org/officeDocument/2006/relationships/slide" Target="/ppt/slides/slide10.xml" Id="Re43110c4c5dc41ab" /><Relationship Type="http://schemas.openxmlformats.org/officeDocument/2006/relationships/slide" Target="/ppt/slides/slide11.xml" Id="R20cd78b89de148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b831bd17e14e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f2473e66346cb" /><Relationship Type="http://schemas.openxmlformats.org/officeDocument/2006/relationships/notesMaster" Target="/ppt/notesMasters/notesMaster1.xml" Id="R6477146cfb96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c59beaf514ccd" /><Relationship Type="http://schemas.openxmlformats.org/officeDocument/2006/relationships/notesMaster" Target="/ppt/notesMasters/notesMaster1.xml" Id="Reb6fe1c14bbd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b1f1504d804a4c" /><Relationship Type="http://schemas.openxmlformats.org/officeDocument/2006/relationships/notesMaster" Target="/ppt/notesMasters/notesMaster1.xml" Id="Rd57ca5072f3f49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3ca51a3405407c" /><Relationship Type="http://schemas.openxmlformats.org/officeDocument/2006/relationships/notesMaster" Target="/ppt/notesMasters/notesMaster1.xml" Id="Ra974282d2f514b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5ad5bcbc1a48db" /><Relationship Type="http://schemas.openxmlformats.org/officeDocument/2006/relationships/notesMaster" Target="/ppt/notesMasters/notesMaster1.xml" Id="R719fd71b5aae44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860e148f444e72" /><Relationship Type="http://schemas.openxmlformats.org/officeDocument/2006/relationships/notesMaster" Target="/ppt/notesMasters/notesMaster1.xml" Id="Radbe5e80047f48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06f2587a0a4cd4" /><Relationship Type="http://schemas.openxmlformats.org/officeDocument/2006/relationships/notesMaster" Target="/ppt/notesMasters/notesMaster1.xml" Id="R2984c90eb4614b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423a15596345a6" /><Relationship Type="http://schemas.openxmlformats.org/officeDocument/2006/relationships/notesMaster" Target="/ppt/notesMasters/notesMaster1.xml" Id="R1357dfb0e8324f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355d2405a74ac0" /><Relationship Type="http://schemas.openxmlformats.org/officeDocument/2006/relationships/notesMaster" Target="/ppt/notesMasters/notesMaster1.xml" Id="R2b62005dd48745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c34b9b06f744e8" /><Relationship Type="http://schemas.openxmlformats.org/officeDocument/2006/relationships/notesMaster" Target="/ppt/notesMasters/notesMaster1.xml" Id="R080d828995364a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a7e937369341c4" /><Relationship Type="http://schemas.openxmlformats.org/officeDocument/2006/relationships/notesMaster" Target="/ppt/notesMasters/notesMaster1.xml" Id="Rbcbbcfd065f2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사이트는 공식 근거를 찾고 검토하고 승인해 조직의 지식으로 남기는 사내 업무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검토가 다음 검토의 출발점이 되지 못하는 구조를 해결하고자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하나가 공식 근거와 사람의 검토를 거쳐 재사용 가능한 조직 지식이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DOCX, TXT, CSV, 이미지 문서도 함께 검토할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 Open API로 판례, 조세심판례, 세법 해석례를 통합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단순 요약이 아니라 실무자가 판단하고 행동할 수 있는 구조로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AI를 그대로 신뢰하지 않고 근거 제한, 인용 검증, 담당자 승인으로 오류 가능성을 낮춥니다.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건의 검토를 질문, 쟁점, 근거, 결론, 상태로 나누어 재검색할 수 있게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지식 DB의 품질은 저장량보다 승인 기준에서 결정됩니다.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자료는 참고 맥락으로 사용하며 공식 자료와 충돌하면 공식 근거를 우선합니다. 106건과 199건은 로컬 DB 확인값입니다.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가치는 답변 속도뿐 아니라 검토할수록 회사의 기준과 경험이 남는다는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ba4bfe62b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d0708a33614d53" /><Relationship Type="http://schemas.openxmlformats.org/officeDocument/2006/relationships/slideLayout" Target="/ppt/slideLayouts/slideLayout1.xml" Id="R2462808789e1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2808789e1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114ff3c9c436e" /><Relationship Type="http://schemas.openxmlformats.org/officeDocument/2006/relationships/image" Target="/ppt/media/image.jpeg" Id="R1cde121d402642fd" /><Relationship Type="http://schemas.openxmlformats.org/officeDocument/2006/relationships/notesSlide" Target="/ppt/notesSlides/notesSlide1.xml" Id="R1dfb0d372ded42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7d253ab4b484d" /><Relationship Type="http://schemas.openxmlformats.org/officeDocument/2006/relationships/notesSlide" Target="/ppt/notesSlides/notesSlide2.xml" Id="R8a3babb2d74c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0bc370c514525" /><Relationship Type="http://schemas.openxmlformats.org/officeDocument/2006/relationships/notesSlide" Target="/ppt/notesSlides/notesSlide3.xml" Id="Ra980cae3df6b4c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29bbc2a3c43c4" /><Relationship Type="http://schemas.openxmlformats.org/officeDocument/2006/relationships/image" Target="/ppt/media/image2.jpeg" Id="Rd91b864381404466" /><Relationship Type="http://schemas.openxmlformats.org/officeDocument/2006/relationships/notesSlide" Target="/ppt/notesSlides/notesSlide4.xml" Id="Rd52449eaf9f6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a394c9ec84e2e" /><Relationship Type="http://schemas.openxmlformats.org/officeDocument/2006/relationships/image" Target="/ppt/media/image3.jpeg" Id="R5eaa01b9bd064b37" /><Relationship Type="http://schemas.openxmlformats.org/officeDocument/2006/relationships/notesSlide" Target="/ppt/notesSlides/notesSlide5.xml" Id="Ra3f8240395cc47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f48facb7648d7" /><Relationship Type="http://schemas.openxmlformats.org/officeDocument/2006/relationships/image" Target="/ppt/media/image4.jpeg" Id="Ra83124d3909c4c06" /><Relationship Type="http://schemas.openxmlformats.org/officeDocument/2006/relationships/notesSlide" Target="/ppt/notesSlides/notesSlide6.xml" Id="R4bd8834383d9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7550b30fa4330" /><Relationship Type="http://schemas.openxmlformats.org/officeDocument/2006/relationships/notesSlide" Target="/ppt/notesSlides/notesSlide7.xml" Id="R1d1d259abdbc44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006b5d1c44ec" /><Relationship Type="http://schemas.openxmlformats.org/officeDocument/2006/relationships/image" Target="/ppt/media/image5.jpeg" Id="Reca62ef62c8d4c47" /><Relationship Type="http://schemas.openxmlformats.org/officeDocument/2006/relationships/notesSlide" Target="/ppt/notesSlides/notesSlide8.xml" Id="R82fcfdb1521146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b8d3c1a8e4443" /><Relationship Type="http://schemas.openxmlformats.org/officeDocument/2006/relationships/notesSlide" Target="/ppt/notesSlides/notesSlide9.xml" Id="R67fbb0be419e48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12269a1f04b5f" /><Relationship Type="http://schemas.openxmlformats.org/officeDocument/2006/relationships/notesSlide" Target="/ppt/notesSlides/notesSlide10.xml" Id="Refbceac8208b47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fe4a0953c4482" /><Relationship Type="http://schemas.openxmlformats.org/officeDocument/2006/relationships/notesSlide" Target="/ppt/notesSlides/notesSlide11.xml" Id="R38f104a730da48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94C47-0B3E-4945-90BE-CB54C261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CE786-9B38-4CAD-833C-DA311D0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e121d402642fd"/>
          <a:srcRect xmlns:a="http://schemas.openxmlformats.org/drawingml/2006/main" l="6000" t="2000" r="3000" b="12000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FEB06-BF7B-4716-A51E-09B775E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BF8CB-BA98-4C87-A534-159DDF65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세무 리서치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&amp; AI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1B095-D856-43EC-AB86-6A81E8F7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판례 검색부터</a:t>
            </a:r>
          </a:p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승인 지식 축적까지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5BD9C-609A-441C-A110-B25CEFC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71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0306C-F940-4EE6-A637-6F5C8E7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경영지원담당 회계팀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1992C-0E37-48DD-BCBA-8AF382B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2026. 09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A00F8-A57F-4C52-8EAF-5381A2F5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5FE90-ED15-47E5-BB2E-15D65F4C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109544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7DEC3-EFA1-4A7F-93C2-2B430F56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8FE42-0473-4AC0-AC63-D4914DB8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검토 업무의 반복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2D4D0-846E-4A29-A6A3-13819616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41EF-04A6-4D98-B2B5-7BF25D70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찾고,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59D47-1342-4351-B31A-0F8C045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다시 판단하고,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E32B9-B5E2-46B4-98B1-762FD11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저장합니다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B7D10-77B9-44A2-BC8E-3C09F63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42DD7-C039-41B2-AF47-A878292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법령·판례·예규가 여러 곳에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9AB31-13EC-49DA-9733-727B5BC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910C2-6FA9-4196-9338-C3DA929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같은 쟁점을 담당자마다 다시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3EBD0-B837-4BEB-90B2-8C41AB71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A7DD5-7A8B-4082-A863-582A6371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결과가 개인 파일과 메일에 남음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3ABBB-264E-4596-BB29-039A90FE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자료 부족보다 검색·판단·보관의 단절이 문제였습니다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41347-9995-4823-917E-4DB708C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22D2A-19EB-4617-A0F2-9ACDD31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887443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3273F-9294-45EC-92C7-C62D8955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FE870-8969-4D3A-B506-74D951A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건의 질문을 검증된 지식으로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53D5D-4348-4393-8EFC-060E41A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시간을 줄이는 데서 끝내지 않고 다음 검토의 출발점으로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020D3-2E65-481C-99DC-6E3BFCC2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C4005-4485-4841-909E-7A957BB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EE7F7-1008-483B-8B81-30F98B7C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CAA0C-0D49-4A65-8670-8E38BE7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B337B-E623-48ED-8979-D4006E9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업무 상황을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자연어로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79EEC-7054-42B4-8892-9F92EF4F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0F9CA-9EF7-451E-AA1C-B52D21E4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ED3E9-FFC1-4BFF-8CEC-71E9626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08135-324E-43D2-903D-DEAEBC9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BA71F-19B4-4BD1-9C66-878117C8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해석례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B7DDC-D4E4-428E-A9B7-A45CCBF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E1A1A-0E39-418B-997C-BD03E5F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12B7D-2B26-4EE0-9D77-AD291127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4AFB-012F-470E-A5A4-71CAC039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54867-7BC9-441B-AA9C-BFDF3F1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쟁점·판단·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증빙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81733-5696-40CE-8F0D-BB35CFD4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BC2A6-8D79-4F13-B097-F0C44B1D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1730F-A71B-4CA0-9AB0-55A0B60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92709-8038-4617-889C-A6BC3D8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담당자 승인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AB766-D388-42C7-86C1-E96EE5D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결론과 근거를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사람이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3D033-D2ED-4162-A35A-10D6F6F7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2B15C-B27D-4D2C-8D96-D457269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C0B81-EF4C-4733-B392-8A5E6AF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94228-B5E8-4348-BBFD-97CD793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5C5FA-75FD-455B-9BDB-35CD3F9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검토에서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지식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9F85C-BD9E-4DA0-86AF-7EE1CFF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질문이 일회성 답변으로 끝나지 않는 폐쇄형 검토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E4D79-E7CF-4AFF-8024-3B04245A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4781F-BB8E-44E6-8FA2-C9F1C819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1514065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5312F-D534-4F70-94E8-97419844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FE629-B051-400D-94EB-2C51153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자연어로 시작하는 세무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8040-C8E2-4612-AC01-A6C5FD25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검색어를 설계하지 않고 실제 업무 상황을 그대로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4846-09DD-4E3B-97B5-89CD9977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b864381404466"/>
          <a:srcRect xmlns:a="http://schemas.openxmlformats.org/drawingml/2006/main" l="0" t="4000" r="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334250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E0EB3-2FE2-42E6-A070-58914DF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381375" cy="39528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3F276-F40E-4640-8681-3734D81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추출하는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7대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0077B-6E4F-45B5-808C-AA1C76B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14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세목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거래 유형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금액과 상대방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과세기간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보유 증빙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검토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EADAD-7771-44F7-AD65-95F16AB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57B75-95C8-4143-A594-0B33288C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577389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F265B-7368-471B-9120-3BF3A53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BD3BF-C442-49DC-BB58-B0619AF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국가법령 공식 DB 기반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45798-5DE2-4C21-A8F7-645DB885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AI의 기억이 아니라 실제 검색 결과를 분석 재료로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A692A-C499-488C-8850-92F2B035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a01b9bd064b37"/>
          <a:srcRect xmlns:a="http://schemas.openxmlformats.org/drawingml/2006/main" l="2000" t="13000" r="2000" b="8000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E7987-ACA1-4FAE-BD02-1BE7D675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공식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362BB-4A5C-46EF-A8CB-293EA4E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 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조세심판례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국세청·기재부 해석례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7B932-CFE6-4350-9F5A-3D71663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8C099-4399-432C-900D-57452741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사건번호·출처·원문 링크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관련도와 근거 유형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312A4-4683-4A50-A5C3-4062AC8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3B1C3-72EE-44CE-90A4-41EC602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공식 DB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D4B49-D9AC-49EF-93C0-712674B2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59309-1DD2-4BCB-B760-CAB57B5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61956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06DD1-B65C-43D8-B29B-B93598F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173AC-60BA-4E43-BD6C-B7B550D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실무 판단에 필요한 구조화된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0E3C5-CD30-4543-A274-F876DDF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긴 원문을 쟁점·판단·증빙 중심의 검토안으로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58EC3-D60C-4530-AE2D-35CB7A1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35AC8-071F-4EB4-9A92-84A25E4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쟁점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1744B-9489-47DB-9F5D-C4060CE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1C7F4-3CF2-434B-BE00-9D039E5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관련 세법과 핵심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2BE89-A3DF-489D-A6A0-2A6B16A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1C3D9-EC22-4193-BACA-7AC095C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B8E8D-2695-4781-B47B-AD1D6BB1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194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과세 논리와 납세자 방어 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60EB4-2F88-4FCC-8950-F9A4ABB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40B9D-39B3-4D90-B74B-D96A743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41AEC-3983-4B2A-855F-495631E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법원·심판원의 최종 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50E12-E523-4828-9B90-4C79BF1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16A42-8B08-4852-809A-18FD74DB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0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E037F-3162-463B-A78B-D46A0892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72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회계 처리 유의사항과 필수 증빙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124d3909c4c06"/>
          <a:srcRect xmlns:a="http://schemas.openxmlformats.org/drawingml/2006/main" l="2000" t="16000" r="2000" b="10000"/>
          <a:stretch xmlns:a="http://schemas.openxmlformats.org/drawingml/2006/main"/>
        </p:blipFill>
        <p:spPr>
          <a:xfrm xmlns:a="http://schemas.openxmlformats.org/drawingml/2006/main">
            <a:off x="6858000" y="2047875"/>
            <a:ext cx="47625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CEAE4-B28A-4FFE-8A86-DAF76CA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요약형 · 검토의견형 · 상세검토형 보고서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8E506-17C9-4492-B868-89ECC92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C763B-9314-4447-9328-A6D7772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947295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842E8-A5F1-4459-A04F-7AD604C2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7ACA-9712-4FF6-8356-F647A45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15CA9-BFAC-41C6-8B6F-F248B038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E8F4A-23A5-4F18-A025-7A70CB9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980A9-A99B-41A2-A7F1-076B8F05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A9029-BDD6-427F-AB64-76F97D1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9E19D-2794-4EA4-B068-0E34BAF0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555B2-84F8-4365-94A0-C6C2A1C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6C272-D491-4A4E-8B72-BB69188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56C2F-D793-4A50-B9FE-3205BA6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검색 풀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F1A92-CE57-4C5A-9E86-9DD486E3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결과에 없는 사건번호는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답변 근거로 사용할 수 없습니다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66424-1A02-40AB-A901-216552AA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77760-34A6-4FEA-971B-A05AB4F6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7F5B5-82EC-465D-8811-3513525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C24D-A565-44BF-A72D-B53D897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인용을 실제 검색 결과와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다시 대조합니다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4D6F1-E518-427D-919D-48459526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848E1-3849-485E-B467-9EC9001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6B28B-2EA4-4AED-86E9-56CB835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DBC87-244C-49DA-883F-C5F14E59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회계팀이 결론과 근거를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뒤 지식으로 승인합니다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9A091-B7C0-4B26-8E4A-411B095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데이터 · 시스템 검증 · 담당자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62C27-615B-4B3D-9142-84E3591D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FEA7B-A5B5-4564-BCB8-3B3C4425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1999518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44A89-6002-4EC9-98E8-3C5CAB8B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6D6F2-5C53-4AB2-859F-09F32A2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이력의 구조화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248E5-6CEE-4730-8D23-229BA02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완성 문서만 남기지 않고 검색 가능한 데이터 단위로 축적합니다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2CC9B-88E7-4896-AD28-F04EDC8E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62ef62c8d4c47"/>
          <a:srcRect xmlns:a="http://schemas.openxmlformats.org/drawingml/2006/main" l="2000" t="2000" r="2000" b="10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4295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45A80-E57F-4FAC-A149-0C1B85B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저장되는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124E-F373-4289-977B-9CC3648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A1B06-D84D-4978-B0A0-65550CCE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최초 질문과 사실관계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C8BDD-44DE-49A2-B603-E287056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D2A45-45A6-4DB5-A174-0958C3CB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쟁점과 위험도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86548-9F82-4EB1-B1ED-79B7689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82B03-7A6C-4DCC-8A99-DED45F3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10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판례와 해석례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01377-40F5-4476-B11A-3858C8A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C7FE8-6F0E-49C7-83DE-300AF6C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결론과 필수 증빙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14109-5BDC-4CBD-AE47-5F9CB5A2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99CE0-9B7C-4221-B421-68B5A998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상태와 담당자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3471C-7626-4511-B214-9724A37F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D8B9C-9413-4B77-B5F9-ABDFA698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642880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4074D-0958-49AE-9617-BCF9A72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245AA-07EC-43CD-B1B0-2AA36A2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과정을 거친 조직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CF3AC-4021-40FE-B4A3-44DBBD5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결과 전체가 아니라 사람이 확인한 결과만 지식으로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3861A-00CC-4C9E-AD44-88C233D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482EA-7F1C-4D68-B6F2-F9F946F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483A-0041-412A-AB89-7A7FA7A5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7A0EC-F47C-42F9-BAC1-C4BBF082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82BA9-4622-49B4-A6A5-FDF3A15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B1453-0741-436F-947D-3BC1BDB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9FBDD-71C8-477C-9201-1C801C0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3575F-734F-4128-BDFA-F0B05BC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A17A8-5808-41A6-899C-1094A3F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613E1-768A-4BC7-BF23-FD4F7D6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9525">
            <a:solidFill>
              <a:srgbClr val="008F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95016-1E5A-4909-AD02-FD1CD53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DCA64-ECA7-4ABB-99B1-E5ACB01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4A5A6-560A-4095-8B4C-C201DEF0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C9EB5-9097-45DD-9145-1715361E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AC167-E622-4874-B0DA-78498A10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50081-37F9-4C46-8BA1-102FD360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승인된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30B82-FF49-4A96-8F06-3B345BF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71D7B-2168-47A5-904C-A7FB15C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rPr>
              <a:t>반려 결과는 별도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89D56-2928-45FC-93F2-6BBF8EEA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검토 품질을 높이는 기록으로 남기되, 다음 답변의 우선 지식으로 사용하지 않습니다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D2CAA-B4B9-4BD7-B217-AA8CD161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F3D5E-EF37-4D9C-9990-BEF8A78E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1287523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4FA21-83BC-46FE-AB0B-D3FA9905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D8E3F-877B-486F-AF5C-CC08EFF6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새로운 검토에 다시 사용되는 과거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01FC7-7505-424E-B87E-543ED81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승인된 검토를 우선 검색하고 내부 자료와 공식 근거를 함께 참고합니다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ED6B0-7694-498A-BC71-AEC1E0DD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6B5CD-55D7-4DD8-BC8F-F3663A4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2AAC7-B1B9-423C-A390-0CE85537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새로운 세무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4FE7-C9A2-4804-A8F0-52C53F34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E5129-EB80-46E7-923A-78F51CB1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E0B5A-A0DB-4911-A4E8-03DED2A5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EB0E5-0248-413E-BAF3-E96660AB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회계팀이 확인한 과거 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B9EE8-C365-4D8F-BF3A-A1C0CC5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3B39A-49CF-4728-9416-A4FDE02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94BC7-3BF1-4A0A-9AF9-7D1E58EC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내부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40F00-4D29-4B6D-B047-FD480FD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Obsidian 선별 문서 106건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F5CF0-5B9B-43FC-9E2F-BE2B8A3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D887D-940D-4C7A-8BED-979F8D9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7DF55-BBDB-4C98-A53C-B5EFBA32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59499-3D36-4324-B4A5-ADFFF0BE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판례·심판례·세법 해석례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5B0A2-B0BE-4394-A2B3-3A83998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009C2-75D1-4685-A66F-EA7770A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8B2E2-9248-4E2F-80BF-E3D7EB3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B778B-3B5C-4FCD-9DE2-BBADB22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CE0F6-580D-4DEA-8AAE-7106E34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AI 검토 + 담당자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C65C8-C30F-48CB-8717-B3BACB2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검색용 텍스트 청크 199건 · 2026-09-30 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A1571-0EA2-4C71-BD93-2B300E2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AD409-2EDE-4FE3-8E49-5F3E7D7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512165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7B4A1-D031-468F-AB21-ABF7F73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B679C-3466-4C5B-B072-58DFE3F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검색에서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축적되는 검토 체계로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443E-E912-479B-BA69-A6ECEEF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B56F1-5B1D-452B-A7E9-90802C9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ECEE2-F8AF-4730-9849-B8616521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공식 근거 탐색과 초안 작성 시간 단축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담당자별 검토 방식의 편차 감소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과거 검토의 재사용과 인수인계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E9BBA-CECA-45D6-8F8E-7028457C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1B4C7-6382-4486-AA10-46988D7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데이터를 통한 효과 측정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기준과 담당 권한 정립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사내 인증 기반 운영 환경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807D4-A520-4837-8719-BD444AEF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AF85E-3D68-454D-B472-15FF6499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판단을 계속 축적하는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9D8D5-375B-4D68-A1F3-F0A23D4B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46B25-1090-4814-BDFE-51E89AB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150679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2026-09-30T07:05:58.9830000Z</dcterms:created>
  <dcterms:modified xsi:type="dcterms:W3CDTF">2026-09-30T07:05:58.9830000Z</dcterms:modified>
</coreProperties>
</file>