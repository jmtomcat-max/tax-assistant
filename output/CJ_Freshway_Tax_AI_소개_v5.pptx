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ed6c4192164f2f" /><Relationship Type="http://schemas.openxmlformats.org/officeDocument/2006/relationships/extended-properties" Target="/docProps/app.xml" Id="R3d790b3e0c3a4073" /><Relationship Type="http://schemas.openxmlformats.org/officeDocument/2006/relationships/officeDocument" Target="/ppt/presentation.xml" Id="Ra865564a23b3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f7ada6d4a4554"/>
  </p:sldMasterIdLst>
  <p:notesMasterIdLst>
    <p:notesMasterId xmlns:r="http://schemas.openxmlformats.org/officeDocument/2006/relationships" r:id="R61176c6005fd4c66"/>
  </p:notesMasterIdLst>
  <p:sldIdLst>
    <p:sldId xmlns:r="http://schemas.openxmlformats.org/officeDocument/2006/relationships" id="256" r:id="R26cb8d0ef60f407f"/>
    <p:sldId xmlns:r="http://schemas.openxmlformats.org/officeDocument/2006/relationships" id="257" r:id="Ra0f1264900344b50"/>
    <p:sldId xmlns:r="http://schemas.openxmlformats.org/officeDocument/2006/relationships" id="258" r:id="R14d200706d5c4262"/>
    <p:sldId xmlns:r="http://schemas.openxmlformats.org/officeDocument/2006/relationships" id="259" r:id="Rdee5e89d45fa4b5a"/>
    <p:sldId xmlns:r="http://schemas.openxmlformats.org/officeDocument/2006/relationships" id="260" r:id="Rd99b30c620bf4a9a"/>
    <p:sldId xmlns:r="http://schemas.openxmlformats.org/officeDocument/2006/relationships" id="261" r:id="Rda731b3e2233449e"/>
    <p:sldId xmlns:r="http://schemas.openxmlformats.org/officeDocument/2006/relationships" id="262" r:id="R2fa721dda3ea47c9"/>
    <p:sldId xmlns:r="http://schemas.openxmlformats.org/officeDocument/2006/relationships" id="263" r:id="Rbdf29c8a99c94199"/>
    <p:sldId xmlns:r="http://schemas.openxmlformats.org/officeDocument/2006/relationships" id="264" r:id="R08d2276158db492d"/>
    <p:sldId xmlns:r="http://schemas.openxmlformats.org/officeDocument/2006/relationships" id="265" r:id="R211c74116dae41f4"/>
    <p:sldId xmlns:r="http://schemas.openxmlformats.org/officeDocument/2006/relationships" id="266" r:id="R84bbe787a3cb47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16cfb4c464cc5" /><Relationship Type="http://schemas.openxmlformats.org/officeDocument/2006/relationships/slideMaster" Target="/ppt/slideMasters/slideMaster1.xml" Id="R9c7f7ada6d4a4554" /><Relationship Type="http://schemas.openxmlformats.org/officeDocument/2006/relationships/notesMaster" Target="/ppt/notesMasters/notesMaster1.xml" Id="R61176c6005fd4c66" /><Relationship Type="http://schemas.openxmlformats.org/officeDocument/2006/relationships/presProps" Target="/ppt/presProps.xml" Id="R0f43e72b1f4541b4" /><Relationship Type="http://schemas.openxmlformats.org/officeDocument/2006/relationships/tableStyles" Target="/ppt/tableStyles.xml" Id="R0c8586fd535946cc" /><Relationship Type="http://schemas.openxmlformats.org/officeDocument/2006/relationships/slide" Target="/ppt/slides/slide1.xml" Id="R26cb8d0ef60f407f" /><Relationship Type="http://schemas.openxmlformats.org/officeDocument/2006/relationships/slide" Target="/ppt/slides/slide2.xml" Id="Ra0f1264900344b50" /><Relationship Type="http://schemas.openxmlformats.org/officeDocument/2006/relationships/slide" Target="/ppt/slides/slide3.xml" Id="R14d200706d5c4262" /><Relationship Type="http://schemas.openxmlformats.org/officeDocument/2006/relationships/slide" Target="/ppt/slides/slide4.xml" Id="Rdee5e89d45fa4b5a" /><Relationship Type="http://schemas.openxmlformats.org/officeDocument/2006/relationships/slide" Target="/ppt/slides/slide5.xml" Id="Rd99b30c620bf4a9a" /><Relationship Type="http://schemas.openxmlformats.org/officeDocument/2006/relationships/slide" Target="/ppt/slides/slide6.xml" Id="Rda731b3e2233449e" /><Relationship Type="http://schemas.openxmlformats.org/officeDocument/2006/relationships/slide" Target="/ppt/slides/slide7.xml" Id="R2fa721dda3ea47c9" /><Relationship Type="http://schemas.openxmlformats.org/officeDocument/2006/relationships/slide" Target="/ppt/slides/slide8.xml" Id="Rbdf29c8a99c94199" /><Relationship Type="http://schemas.openxmlformats.org/officeDocument/2006/relationships/slide" Target="/ppt/slides/slide9.xml" Id="R08d2276158db492d" /><Relationship Type="http://schemas.openxmlformats.org/officeDocument/2006/relationships/slide" Target="/ppt/slides/slide10.xml" Id="R211c74116dae41f4" /><Relationship Type="http://schemas.openxmlformats.org/officeDocument/2006/relationships/slide" Target="/ppt/slides/slide11.xml" Id="R84bbe787a3cb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661aea59542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120ceae552436c" /><Relationship Type="http://schemas.openxmlformats.org/officeDocument/2006/relationships/notesMaster" Target="/ppt/notesMasters/notesMaster1.xml" Id="R5ba98aea3fd8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d2934b49cc4bfc" /><Relationship Type="http://schemas.openxmlformats.org/officeDocument/2006/relationships/notesMaster" Target="/ppt/notesMasters/notesMaster1.xml" Id="Rbe9e402935ea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94cb08595d4e66" /><Relationship Type="http://schemas.openxmlformats.org/officeDocument/2006/relationships/notesMaster" Target="/ppt/notesMasters/notesMaster1.xml" Id="Rb82e1d2bce3441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3c7557aa6f4a0a" /><Relationship Type="http://schemas.openxmlformats.org/officeDocument/2006/relationships/notesMaster" Target="/ppt/notesMasters/notesMaster1.xml" Id="R76ad63961a6843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91d793f1b449db" /><Relationship Type="http://schemas.openxmlformats.org/officeDocument/2006/relationships/notesMaster" Target="/ppt/notesMasters/notesMaster1.xml" Id="R7f61563839df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e86d9e4bd41eb" /><Relationship Type="http://schemas.openxmlformats.org/officeDocument/2006/relationships/notesMaster" Target="/ppt/notesMasters/notesMaster1.xml" Id="Rce235602897241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5144d384f84768" /><Relationship Type="http://schemas.openxmlformats.org/officeDocument/2006/relationships/notesMaster" Target="/ppt/notesMasters/notesMaster1.xml" Id="R97272f094aaa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c0613c8c9546cd" /><Relationship Type="http://schemas.openxmlformats.org/officeDocument/2006/relationships/notesMaster" Target="/ppt/notesMasters/notesMaster1.xml" Id="R65bfb6d65ef04e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3aa9eddb28435f" /><Relationship Type="http://schemas.openxmlformats.org/officeDocument/2006/relationships/notesMaster" Target="/ppt/notesMasters/notesMaster1.xml" Id="R82630a68547844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7ca776f75a434e" /><Relationship Type="http://schemas.openxmlformats.org/officeDocument/2006/relationships/notesMaster" Target="/ppt/notesMasters/notesMaster1.xml" Id="R7689f216effb42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fb38ce53e94175" /><Relationship Type="http://schemas.openxmlformats.org/officeDocument/2006/relationships/notesMaster" Target="/ppt/notesMasters/notesMaster1.xml" Id="Ree5e2cd8fcea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사이트는 공식 근거를 찾고 검토하고 승인해 조직의 지식으로 남기는 사내 업무 시스템입니다.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검토가 다음 검토의 출발점이 되지 못하는 구조를 해결하고자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하나가 공식 근거와 사람의 검토를 거쳐 재사용 가능한 조직 지식이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PDF, DOCX, TXT, CSV, 이미지 문서도 함께 검토할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국가법령정보센터 Open API로 판례, 조세심판례, 세법 해석례를 통합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결과는 단순 요약이 아니라 실무자가 판단하고 행동할 수 있는 구조로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AI를 그대로 신뢰하지 않고 근거 제한, 인용 검증, 담당자 승인으로 오류 가능성을 낮춥니다.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건의 검토를 질문, 쟁점, 근거, 결론, 상태로 나누어 재검색할 수 있게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지식 DB의 품질은 저장량보다 승인 기준에서 결정됩니다.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내부 자료는 참고 맥락으로 사용하며 공식 자료와 충돌하면 공식 근거를 우선합니다. 106건과 199건은 로컬 DB 확인값입니다.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가치는 답변 속도뿐 아니라 검토할수록 회사의 기준과 경험이 남는다는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30e5be6c0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190b927d314368" /><Relationship Type="http://schemas.openxmlformats.org/officeDocument/2006/relationships/slideLayout" Target="/ppt/slideLayouts/slideLayout1.xml" Id="R78b4c6d45f884b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4c6d45f884b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d650ea3c14b8e" /><Relationship Type="http://schemas.openxmlformats.org/officeDocument/2006/relationships/image" Target="/ppt/media/image.jpeg" Id="R48b121731a39498f" /><Relationship Type="http://schemas.openxmlformats.org/officeDocument/2006/relationships/notesSlide" Target="/ppt/notesSlides/notesSlide1.xml" Id="Rd27eac312bbc48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04c53633e458c" /><Relationship Type="http://schemas.openxmlformats.org/officeDocument/2006/relationships/notesSlide" Target="/ppt/notesSlides/notesSlide2.xml" Id="R3ddd40d88013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b7d72afeb412f" /><Relationship Type="http://schemas.openxmlformats.org/officeDocument/2006/relationships/notesSlide" Target="/ppt/notesSlides/notesSlide3.xml" Id="Rcd0e5db121b540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f758ed0944fec" /><Relationship Type="http://schemas.openxmlformats.org/officeDocument/2006/relationships/image" Target="/ppt/media/image2.jpeg" Id="R5ce952dc5a874479" /><Relationship Type="http://schemas.openxmlformats.org/officeDocument/2006/relationships/notesSlide" Target="/ppt/notesSlides/notesSlide4.xml" Id="Re7fbb03b1c29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4396a1dc34df9" /><Relationship Type="http://schemas.openxmlformats.org/officeDocument/2006/relationships/image" Target="/ppt/media/image3.jpeg" Id="Rec49244faf984ccf" /><Relationship Type="http://schemas.openxmlformats.org/officeDocument/2006/relationships/notesSlide" Target="/ppt/notesSlides/notesSlide5.xml" Id="R1f6b4fe24383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0dc84b73471a" /><Relationship Type="http://schemas.openxmlformats.org/officeDocument/2006/relationships/image" Target="/ppt/media/image4.jpeg" Id="Raabfa644b82a4efa" /><Relationship Type="http://schemas.openxmlformats.org/officeDocument/2006/relationships/notesSlide" Target="/ppt/notesSlides/notesSlide6.xml" Id="R8ac8d8eab997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ce4612f8c4629" /><Relationship Type="http://schemas.openxmlformats.org/officeDocument/2006/relationships/notesSlide" Target="/ppt/notesSlides/notesSlide7.xml" Id="R351a64fbc6264f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b117f91cf4527" /><Relationship Type="http://schemas.openxmlformats.org/officeDocument/2006/relationships/image" Target="/ppt/media/image5.jpeg" Id="R083d45f0c4694241" /><Relationship Type="http://schemas.openxmlformats.org/officeDocument/2006/relationships/notesSlide" Target="/ppt/notesSlides/notesSlide8.xml" Id="Ree82b49b527f4f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3a695855d4dda" /><Relationship Type="http://schemas.openxmlformats.org/officeDocument/2006/relationships/notesSlide" Target="/ppt/notesSlides/notesSlide9.xml" Id="Re38aba382fa245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69ca609454e29" /><Relationship Type="http://schemas.openxmlformats.org/officeDocument/2006/relationships/notesSlide" Target="/ppt/notesSlides/notesSlide10.xml" Id="R9a4593e7c5f64f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bd06354234af9" /><Relationship Type="http://schemas.openxmlformats.org/officeDocument/2006/relationships/notesSlide" Target="/ppt/notesSlides/notesSlide11.xml" Id="R639d4cbb11ec40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DFFD8-91A7-46C0-B227-32093D2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F5F71-274D-404C-8475-13332B62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121731a39498f"/>
          <a:srcRect xmlns:a="http://schemas.openxmlformats.org/drawingml/2006/main" l="6000" t="2000" r="3000" b="12000"/>
          <a:stretch xmlns:a="http://schemas.openxmlformats.org/drawingml/2006/main"/>
        </p:blipFill>
        <p:spPr>
          <a:xfrm xmlns:a="http://schemas.openxmlformats.org/drawingml/2006/main">
            <a:off x="6572250" y="104775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BE772-AF65-4C51-86DC-AF6893B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94375-07FA-4DAA-BFAA-7DA957D7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3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세무 리서치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&amp; AI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C88C4-FCEC-4AF3-BBE8-BFFC9CA9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판례 검색부터</a:t>
            </a:r>
          </a:p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승인 지식 축적까지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BEA31-E705-467A-9586-1741A788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71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ABF8A-10E5-47D6-BF99-B5CB3014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경영지원담당 회계팀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0B028-0BB8-4FE8-85DF-CE07A9A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2026. 09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5F10D-CD9B-4B0E-898B-E55D1395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92DBB-28AA-464E-A3F2-0F711CE9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655884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E086-91BB-4181-960D-72CE1637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0CE7B-5D50-4C92-8059-A0F96031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검토 업무의 반복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330BA-C17C-48F0-BB53-0D4F1D51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D8367-E4CD-4019-9274-615D4104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찾고,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543A6-DB53-48D8-8A90-B302BE2D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다시 판단하고,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2C7C7-1445-4219-AAE5-E1C1D099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저장합니다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4111E-5EC2-4406-8743-BEB8E550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4DA5-14F5-49A0-840E-8661F00C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법령·판례·예규가 여러 곳에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40DB6-1E2D-42B4-B765-264F96B9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9BCE4-A316-4AD8-9DAB-1388098F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같은 쟁점을 담당자마다 다시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3C2C8-F204-4BF0-9891-B35AF60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CDD10-30D5-4B06-A92E-C7C178F0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결과가 개인 파일과 메일에 남음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7D060-5878-4982-8B96-95584C0D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자료 부족보다 검색·판단·보관의 단절이 문제였습니다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4B5E8-2735-47BB-A12F-8BD7D494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50588-0263-4603-8A6A-40DB2523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804158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B9B76-1E91-4D52-B362-4E7F7F1E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D0D99-4DC9-4C80-9478-E9C3D8E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한 건의 질문을 검증된 지식으로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542BE-639C-42C1-93A8-4760E30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시간을 줄이는 데서 끝내지 않고 다음 검토의 출발점으로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E1C98-F182-4918-94C9-DBD8BACC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AA5BC-1AC9-4835-AF2B-118CACE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DEDB0-BE43-43D7-BF7C-111F5E52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8E66-BDDC-4C5A-9F3A-08ED097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F19BF-34FE-4A21-B9B0-E00EAD05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업무 상황을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자연어로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E9373-E915-4FC5-AEC5-3A8A60E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19B54-78BF-4A98-ADD3-BB123954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A1DAB-DEB7-4D59-AEEF-BAE08EF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71748-C201-40F9-A58B-E6DE419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C26FF-18B8-4661-AE8D-9DB28F9F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해석례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79D90-0088-4226-85DA-6FAD2415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4A8C3-817D-4803-B1B5-2832587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26634-AFDD-48DB-9C7F-0D3D4DE2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23020-98C5-4CB3-999B-7141BFC0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C5297-36F1-4CC0-937F-4A3702E3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쟁점·판단·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증빙 구조화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795E0-EDA5-4AC5-ADAE-55CF96F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A1A38-C230-49FF-8BFA-E8FCB977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23647-451C-408C-A6B5-18EEB34C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25A7B-1823-4C1C-AE1C-A2EA95BA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담당자 승인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6DCEE-465C-453A-A5FD-AA016E5D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결론과 근거를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사람이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24A38-2C54-48FD-B032-E2118E8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7143F-DD2B-4DEB-A6BF-3E36D3A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1D4844-6EC8-4BF2-8BDF-6148C79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26D28-B4EC-43F8-89F2-9A2E34B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재사용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AFF4C-61C4-4B76-B3ED-DCB949F3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검토에서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지식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37DA1-6F2E-49B1-8E2C-5A51E334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질문이 일회성 답변으로 끝나지 않는 폐쇄형 검토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A2912-85B0-42D4-AFFB-A3EDD6F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D289C-7566-4F92-A216-E3E9C05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248734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F0D1-DC96-47EA-9948-F8A6CFA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B4AAF-D55F-4D03-806A-6F65C84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자연어로 시작하는 세무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E1460-C996-4057-968E-D8EFA46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검색어를 설계하지 않고 실제 업무 상황을 그대로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8FF9C-FDB4-49B3-AA5E-CE428555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952dc5a874479"/>
          <a:srcRect xmlns:a="http://schemas.openxmlformats.org/drawingml/2006/main" l="0" t="4000" r="0" b="10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334250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5F198-7B6A-4807-8426-1E7F3B2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381375" cy="39528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FD657-D27D-443D-995E-DCBEF2C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추출하는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7대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B07CB-41BE-4D94-A9F1-D5C176B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714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세목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거래 유형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금액과 상대방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과세기간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보유 증빙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검토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2ABE4-8866-48C6-9DA8-F20A9DBA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8EF46-2439-4E44-9C17-6F8D421D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1285993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2E38E-FE60-4242-9125-5A325C5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690A6-5C9C-4601-BC8D-4232A9B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근거가 연결된 검토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DFCC3-D474-4E7B-82E3-A88CB5E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국가법령 공식 DB의 사건번호와 출처를 검토 이력에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277CC-869A-4D9F-A124-3BE07D49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9244faf984ccf"/>
          <a:srcRect xmlns:a="http://schemas.openxmlformats.org/drawingml/2006/main" l="2000" t="13000" r="2000" b="8000"/>
          <a:stretch xmlns:a="http://schemas.openxmlformats.org/drawingml/2006/main"/>
        </p:blipFill>
        <p:spPr>
          <a:xfrm xmlns:a="http://schemas.openxmlformats.org/drawingml/2006/main">
            <a:off x="4095750" y="2000250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4213F-7C32-4327-8A23-A21BA02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근거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58EA9-B6CA-44E2-B8AA-D2651D0A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직접 근거 수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판례·해석례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상세 리포트 열람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7D633-D486-44FE-9C71-ED47DE8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1448D-0646-4B87-8D3D-C5478C55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사건번호·출처·근거 유형을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한 화면에서 다시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C4D97-1ECB-483F-A99A-859B794C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60DF9-372E-4256-A2A3-6878136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공식 근거 추적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BFCF5-B99C-47E8-ADEE-8A95A9BD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FAC48-0DF3-445E-856E-C4059D72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23125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5D932-D468-4E4F-BB48-E5F4957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9BB9E-58D6-45F8-868F-ED3AF7A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실무 판단에 필요한 구조화된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FAD7F-E11A-4DCA-89A1-E0DE147D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긴 원문을 쟁점·판단·증빙 중심의 검토안으로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024D6-9780-4626-BD89-E6CC09F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80B91-A940-4AB2-81C6-CF974588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쟁점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32732-6020-4D69-8FBE-8199491D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CB3E6-E6E3-43CD-86EB-89942FC1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관련 세법과 핵심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0172E-2DDF-4C0A-B504-FE8D615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A9357-D1A1-42B0-AC8F-68652013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C9F18-617A-4104-9C9B-6171C3E9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194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과세 논리와 납세자 방어 논리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68B3F-30C1-4C05-A054-D534F0E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F783A-8317-4DFE-B87B-80080298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50159-F576-467C-879A-F72C969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법원·심판원의 최종 판단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C4797-2B26-41F3-A251-A6EF37A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9E17B-ED2C-4DEA-A277-9557D62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10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2C3EB-55E5-4BCC-A565-5E83B1B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720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회계 처리 유의사항과 필수 증빙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fa644b82a4efa"/>
          <a:srcRect xmlns:a="http://schemas.openxmlformats.org/drawingml/2006/main" l="2000" t="16000" r="2000" b="10000"/>
          <a:stretch xmlns:a="http://schemas.openxmlformats.org/drawingml/2006/main"/>
        </p:blipFill>
        <p:spPr>
          <a:xfrm xmlns:a="http://schemas.openxmlformats.org/drawingml/2006/main">
            <a:off x="6858000" y="2047875"/>
            <a:ext cx="4762500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CABC9-0622-4B83-8231-711BA316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요약형 · 검토의견형 · 상세검토형 보고서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001FD-B89E-40DF-99FC-FB2A3089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8B992-4A3E-43B8-BAF8-A1860404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314741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A81856-BC03-4EBF-B514-404E4995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0A5AE-0D61-48FD-B7B3-C25AEB6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2FCDE-9FE8-4C80-AF13-1C2147E0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148CE-1DE3-4243-AB5E-E5A1132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9AF44-AC18-4C6A-AE79-06B48DE9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A4175-A1DB-4F04-BC93-7B2A0AD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625A0-C08D-46F7-82B0-4705782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670D8-3AE2-4591-8780-9B2B4EB2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63861-CECF-43AD-96C7-38EF9A1B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24C70-E8B2-448B-A35F-E322E7F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검색 풀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4FD9A-AE75-447F-BE07-2D81CB4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결과에 없는 사건번호는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답변 근거로 사용할 수 없습니다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C17B0-EB52-446B-BC01-266046BE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E57CB-CEC6-4C04-9DEB-8883FB1F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7DB94-C550-448A-AE98-50D7914C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BC9FB-1A86-4307-954B-D2A81E77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인용을 실제 검색 결과와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다시 대조합니다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49310-2A2C-4133-979C-E548F58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0005E-1A44-4B31-A584-7C65F637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24EE4-5800-4ACF-81F9-638C429E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BDAEF-2D9C-4201-88FB-90C608B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회계팀이 결론과 근거를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뒤 지식으로 승인합니다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EB8C0-BCB2-48F5-85D1-A888B1A1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데이터 · 시스템 검증 · 담당자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5531B-FC6F-4387-801C-F9F74DF0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6C19A-D4D7-4190-8E8F-7A4DE7A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25135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60D7B-8328-40CC-B6C8-89C9AA68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4382-D2B8-4D60-A36C-FE5D9D3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이력의 구조화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82C70-1CA8-4E4B-AC7D-1BEB7FB0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완성 문서만 남기지 않고 검색 가능한 데이터 단위로 축적합니다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7BD2A-A572-45C8-8D61-241A759B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d45f0c4694241"/>
          <a:srcRect xmlns:a="http://schemas.openxmlformats.org/drawingml/2006/main" l="2000" t="2000" r="2000" b="10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4295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9B7B3-9056-4EE4-8CEF-1627078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저장되는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E9DD8-1DB8-4AB7-B1E5-09FB3C25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8AA52-87BF-44D2-B510-6F84B164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최초 질문과 사실관계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6FBA5-32A0-4C19-A6D0-9AD5949C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526D2-D201-49F7-8598-6629EA7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 쟁점과 위험도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54420-D222-4323-BF07-46E7782F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96E13-A792-4A10-8684-7C0462E3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10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판례와 해석례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1E2C5-DEB7-42BC-91F6-2F081EDB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187FF-ECD4-4C21-8F52-BB1FA85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결론과 필수 증빙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BB179-8C8B-470D-AFDE-B1E6A16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1A549-D42A-48D0-8866-9502979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상태와 담당자 메모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53998-049F-400E-9741-02E1AD19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6D200-A4AA-44F6-86BD-B6A86194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966999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6BA98-4F98-4909-BB34-FD3EFB75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FF25F-79E6-45B5-82D5-639B0AC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과정을 거친 조직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111B-E20C-4667-8AED-B634B11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결과 전체가 아니라 사람이 확인한 결과만 지식으로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00CDB-6C2C-41BF-B380-F225631A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D2224-5BD4-4A90-BDFC-00BEB53C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2DB70-C7A4-4F20-A7A9-A933178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DCCAC-D4E8-406D-BF20-798F8AE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DA463-D3B0-49C2-A6DC-E6CC74D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D0524-DB0D-4D73-8045-1C94BA1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3FF98-4422-46DE-9691-7B6585D4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B7947-A858-4FA7-8547-BE9B04C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6F11C-7E50-485F-86BD-67F169DB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5F06B-75E5-4917-9974-23E54FA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9525">
            <a:solidFill>
              <a:srgbClr val="008F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DBD6-511E-4461-A3EF-3D2FDB93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452CE-E3EA-4666-BEE4-DEC704E7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AE602-4026-4396-BFBB-D23F36E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4902E-4B72-4F01-9479-F26DC09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73A35-8151-44CB-A7FF-172F84CB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80490-031E-4D81-9C68-3D344E0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승인된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73D62-491B-4D64-93FC-14E1629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F912D-94DD-42B6-BA05-5877E56D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rPr>
              <a:t>반려 결과는 별도 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4B931-1204-4FAE-AB12-64F0643D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검토 품질을 높이는 기록으로 남기되, 다음 답변의 우선 지식으로 사용하지 않습니다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1463D-9FA7-4261-916A-39DDC03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B5434-AEDD-4EE1-8C06-77FD9422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1915581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82357-7986-42AA-B5BB-BCBCE2DE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7C3B9-03E1-4BD2-98A6-7AD831C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새로운 검토에 다시 사용되는 과거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B2393-CDD0-4D83-96AC-46A2CDA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승인된 검토를 우선 검색하고 내부 자료와 공식 근거를 함께 참고합니다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F9E1E-70A0-4E55-B0B5-6AD38B22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1E716-DB31-4425-9133-31C08433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46AA2-6ADD-4C61-9001-61C8243F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새로운 세무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45D5A-F6AD-4B8A-ACEE-4C2023E4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D7848-E412-4530-A415-64771049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654AD-90C3-4ECC-A67D-0E3CD98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579E7-E705-49B4-846A-048796F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회계팀이 확인한 과거 결론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83E4F-520C-4016-B798-213EF586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88A3D-5CD2-47B5-B6B3-B9C03171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E24E4-BEB1-470A-969B-5D19858C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내부 자료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B6DC6-F0AD-4C00-BB15-F9253B41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Obsidian 선별 문서 106건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06580-CF1D-4226-93B2-C51D9E82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78A1F-465B-4CBC-B39C-65762F1C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191CF-FA50-497A-88A0-9FF67E0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A5391-C4F9-4D56-BB43-3119281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판례·심판례·세법 해석례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C9762-365D-4166-99C4-A6F3DB15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A6886-956C-4D7C-B285-EA2272D3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7AED4-CC0D-4B93-812B-0A9B3BD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08100-6E9C-4CDD-85D9-CCAE2B8F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CFC1F-42FC-4924-80D7-3D0AA4ED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AI 검토 + 담당자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C59CC-EEDD-476F-88C8-5991B13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검색용 텍스트 청크 199건 · 2026-09-30 현재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C19CF-4D66-4A49-AA5E-521E76A7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57D4E-4B15-4759-97FD-C3BBDC8D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363097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F41B3-5913-442B-BB66-4A145493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94CC4-99E0-4465-8F67-DEA37BD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검색에서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축적되는 검토 체계로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1654-1713-499B-86D0-B7A1AB74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5590C-CFF7-4A19-A471-A303F49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2E5EC-1A69-4ADD-B8BB-079B16BE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공식 근거 탐색과 초안 작성 시간 단축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담당자별 검토 방식의 편차 감소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과거 검토의 재사용과 인수인계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CFC30-165A-4581-9EC9-D963419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1B2CD-3042-477B-8EC3-B3ECC66A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 데이터를 통한 효과 측정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기준과 담당 권한 정립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사내 인증 기반 운영 환경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9EEE1-0256-40BE-8303-4998336D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00364-33F2-4281-9FC9-609E6861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판단을 계속 축적하는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CB2E-585C-4B83-9BA1-18BB93DE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35CD3-1A4A-494B-B856-D27FEB5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401732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2026-09-30T07:08:22.8300000Z</dcterms:created>
  <dcterms:modified xsi:type="dcterms:W3CDTF">2026-09-30T07:08:22.8300000Z</dcterms:modified>
</coreProperties>
</file>